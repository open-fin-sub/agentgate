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70d8ec9b6d4ca5" /><Relationship Type="http://schemas.openxmlformats.org/officeDocument/2006/relationships/extended-properties" Target="/docProps/app.xml" Id="R25884a154c074e27" /><Relationship Type="http://schemas.openxmlformats.org/officeDocument/2006/relationships/officeDocument" Target="/ppt/presentation.xml" Id="R3fe4b8c5d8784f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5422e9becb4661"/>
  </p:sldMasterIdLst>
  <p:notesMasterIdLst>
    <p:notesMasterId xmlns:r="http://schemas.openxmlformats.org/officeDocument/2006/relationships" r:id="R95a051cb34a84c06"/>
  </p:notesMasterIdLst>
  <p:sldIdLst>
    <p:sldId xmlns:r="http://schemas.openxmlformats.org/officeDocument/2006/relationships" id="256" r:id="R4bccd53f368a4bdc"/>
    <p:sldId xmlns:r="http://schemas.openxmlformats.org/officeDocument/2006/relationships" id="257" r:id="Rd7b818a6b94f4677"/>
    <p:sldId xmlns:r="http://schemas.openxmlformats.org/officeDocument/2006/relationships" id="258" r:id="R61b723aa5dd944da"/>
    <p:sldId xmlns:r="http://schemas.openxmlformats.org/officeDocument/2006/relationships" id="259" r:id="Rb33088e6b8094455"/>
    <p:sldId xmlns:r="http://schemas.openxmlformats.org/officeDocument/2006/relationships" id="260" r:id="R46b6908aa2b74044"/>
    <p:sldId xmlns:r="http://schemas.openxmlformats.org/officeDocument/2006/relationships" id="261" r:id="R83747221450043c4"/>
    <p:sldId xmlns:r="http://schemas.openxmlformats.org/officeDocument/2006/relationships" id="262" r:id="R0f38f36e28ef448f"/>
    <p:sldId xmlns:r="http://schemas.openxmlformats.org/officeDocument/2006/relationships" id="263" r:id="R31a50e0762fd4b54"/>
    <p:sldId xmlns:r="http://schemas.openxmlformats.org/officeDocument/2006/relationships" id="264" r:id="R49f9d415587c4876"/>
    <p:sldId xmlns:r="http://schemas.openxmlformats.org/officeDocument/2006/relationships" id="265" r:id="R27f003d02a744687"/>
    <p:sldId xmlns:r="http://schemas.openxmlformats.org/officeDocument/2006/relationships" id="266" r:id="R6b70af268e414e4f"/>
    <p:sldId xmlns:r="http://schemas.openxmlformats.org/officeDocument/2006/relationships" id="267" r:id="R3dec1b9c5c174328"/>
    <p:sldId xmlns:r="http://schemas.openxmlformats.org/officeDocument/2006/relationships" id="268" r:id="R15ce20e118b3474d"/>
    <p:sldId xmlns:r="http://schemas.openxmlformats.org/officeDocument/2006/relationships" id="269" r:id="R73d128cce2fb40ff"/>
    <p:sldId xmlns:r="http://schemas.openxmlformats.org/officeDocument/2006/relationships" id="270" r:id="Ra582d46d7cd148c5"/>
    <p:sldId xmlns:r="http://schemas.openxmlformats.org/officeDocument/2006/relationships" id="271" r:id="Rcaf0ca2c2d504a7e"/>
    <p:sldId xmlns:r="http://schemas.openxmlformats.org/officeDocument/2006/relationships" id="272" r:id="R18018b1ef42a4a23"/>
    <p:sldId xmlns:r="http://schemas.openxmlformats.org/officeDocument/2006/relationships" id="273" r:id="R661f048dac01436f"/>
    <p:sldId xmlns:r="http://schemas.openxmlformats.org/officeDocument/2006/relationships" id="274" r:id="R01250b5abde848fb"/>
    <p:sldId xmlns:r="http://schemas.openxmlformats.org/officeDocument/2006/relationships" id="275" r:id="Rc4109ea7a47541a0"/>
    <p:sldId xmlns:r="http://schemas.openxmlformats.org/officeDocument/2006/relationships" id="276" r:id="Rd14f608a3c664d4a"/>
    <p:sldId xmlns:r="http://schemas.openxmlformats.org/officeDocument/2006/relationships" id="277" r:id="Ra5e16c7c557c41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94a8e69275414a" /><Relationship Type="http://schemas.openxmlformats.org/officeDocument/2006/relationships/slideMaster" Target="/ppt/slideMasters/slideMaster1.xml" Id="R195422e9becb4661" /><Relationship Type="http://schemas.openxmlformats.org/officeDocument/2006/relationships/notesMaster" Target="/ppt/notesMasters/notesMaster1.xml" Id="R95a051cb34a84c06" /><Relationship Type="http://schemas.openxmlformats.org/officeDocument/2006/relationships/presProps" Target="/ppt/presProps.xml" Id="Rd6534ae4535e4b24" /><Relationship Type="http://schemas.openxmlformats.org/officeDocument/2006/relationships/tableStyles" Target="/ppt/tableStyles.xml" Id="R3c73744e48a64b8d" /><Relationship Type="http://schemas.openxmlformats.org/officeDocument/2006/relationships/slide" Target="/ppt/slides/slide1.xml" Id="R4bccd53f368a4bdc" /><Relationship Type="http://schemas.openxmlformats.org/officeDocument/2006/relationships/slide" Target="/ppt/slides/slide2.xml" Id="Rd7b818a6b94f4677" /><Relationship Type="http://schemas.openxmlformats.org/officeDocument/2006/relationships/slide" Target="/ppt/slides/slide3.xml" Id="R61b723aa5dd944da" /><Relationship Type="http://schemas.openxmlformats.org/officeDocument/2006/relationships/slide" Target="/ppt/slides/slide4.xml" Id="Rb33088e6b8094455" /><Relationship Type="http://schemas.openxmlformats.org/officeDocument/2006/relationships/slide" Target="/ppt/slides/slide5.xml" Id="R46b6908aa2b74044" /><Relationship Type="http://schemas.openxmlformats.org/officeDocument/2006/relationships/slide" Target="/ppt/slides/slide6.xml" Id="R83747221450043c4" /><Relationship Type="http://schemas.openxmlformats.org/officeDocument/2006/relationships/slide" Target="/ppt/slides/slide7.xml" Id="R0f38f36e28ef448f" /><Relationship Type="http://schemas.openxmlformats.org/officeDocument/2006/relationships/slide" Target="/ppt/slides/slide8.xml" Id="R31a50e0762fd4b54" /><Relationship Type="http://schemas.openxmlformats.org/officeDocument/2006/relationships/slide" Target="/ppt/slides/slide9.xml" Id="R49f9d415587c4876" /><Relationship Type="http://schemas.openxmlformats.org/officeDocument/2006/relationships/slide" Target="/ppt/slides/slide10.xml" Id="R27f003d02a744687" /><Relationship Type="http://schemas.openxmlformats.org/officeDocument/2006/relationships/slide" Target="/ppt/slides/slide11.xml" Id="R6b70af268e414e4f" /><Relationship Type="http://schemas.openxmlformats.org/officeDocument/2006/relationships/slide" Target="/ppt/slides/slide12.xml" Id="R3dec1b9c5c174328" /><Relationship Type="http://schemas.openxmlformats.org/officeDocument/2006/relationships/slide" Target="/ppt/slides/slide13.xml" Id="R15ce20e118b3474d" /><Relationship Type="http://schemas.openxmlformats.org/officeDocument/2006/relationships/slide" Target="/ppt/slides/slide14.xml" Id="R73d128cce2fb40ff" /><Relationship Type="http://schemas.openxmlformats.org/officeDocument/2006/relationships/slide" Target="/ppt/slides/slide15.xml" Id="Ra582d46d7cd148c5" /><Relationship Type="http://schemas.openxmlformats.org/officeDocument/2006/relationships/slide" Target="/ppt/slides/slide16.xml" Id="Rcaf0ca2c2d504a7e" /><Relationship Type="http://schemas.openxmlformats.org/officeDocument/2006/relationships/slide" Target="/ppt/slides/slide17.xml" Id="R18018b1ef42a4a23" /><Relationship Type="http://schemas.openxmlformats.org/officeDocument/2006/relationships/slide" Target="/ppt/slides/slide18.xml" Id="R661f048dac01436f" /><Relationship Type="http://schemas.openxmlformats.org/officeDocument/2006/relationships/slide" Target="/ppt/slides/slide19.xml" Id="R01250b5abde848fb" /><Relationship Type="http://schemas.openxmlformats.org/officeDocument/2006/relationships/slide" Target="/ppt/slides/slide20.xml" Id="Rc4109ea7a47541a0" /><Relationship Type="http://schemas.openxmlformats.org/officeDocument/2006/relationships/slide" Target="/ppt/slides/slide21.xml" Id="Rd14f608a3c664d4a" /><Relationship Type="http://schemas.openxmlformats.org/officeDocument/2006/relationships/slide" Target="/ppt/slides/slide22.xml" Id="Ra5e16c7c557c41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fe02e3a1cd40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61423508984eae" /><Relationship Type="http://schemas.openxmlformats.org/officeDocument/2006/relationships/notesMaster" Target="/ppt/notesMasters/notesMaster1.xml" Id="R9ccfece54e134d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e9c8483fd349d6" /><Relationship Type="http://schemas.openxmlformats.org/officeDocument/2006/relationships/notesMaster" Target="/ppt/notesMasters/notesMaster1.xml" Id="R22e627a92cf842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abbb9bef9245e8" /><Relationship Type="http://schemas.openxmlformats.org/officeDocument/2006/relationships/notesMaster" Target="/ppt/notesMasters/notesMaster1.xml" Id="R031d22baed904e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700f0a8284452e" /><Relationship Type="http://schemas.openxmlformats.org/officeDocument/2006/relationships/notesMaster" Target="/ppt/notesMasters/notesMaster1.xml" Id="Ref0dd374a95c41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50f48d987f49f0" /><Relationship Type="http://schemas.openxmlformats.org/officeDocument/2006/relationships/notesMaster" Target="/ppt/notesMasters/notesMaster1.xml" Id="R7e80b82b13074c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b365cd12124921" /><Relationship Type="http://schemas.openxmlformats.org/officeDocument/2006/relationships/notesMaster" Target="/ppt/notesMasters/notesMaster1.xml" Id="Rfa9d02b133cb42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a7280e6b954c33" /><Relationship Type="http://schemas.openxmlformats.org/officeDocument/2006/relationships/notesMaster" Target="/ppt/notesMasters/notesMaster1.xml" Id="Rfa2aa113b1fd47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b9e53e8e794a74" /><Relationship Type="http://schemas.openxmlformats.org/officeDocument/2006/relationships/notesMaster" Target="/ppt/notesMasters/notesMaster1.xml" Id="Rab94cde4c3bb41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e27c75f52f4dca" /><Relationship Type="http://schemas.openxmlformats.org/officeDocument/2006/relationships/notesMaster" Target="/ppt/notesMasters/notesMaster1.xml" Id="R058e67d240d144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b05971228141d1" /><Relationship Type="http://schemas.openxmlformats.org/officeDocument/2006/relationships/notesMaster" Target="/ppt/notesMasters/notesMaster1.xml" Id="R2204bf5b6b764c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db458da6ba4780" /><Relationship Type="http://schemas.openxmlformats.org/officeDocument/2006/relationships/notesMaster" Target="/ppt/notesMasters/notesMaster1.xml" Id="Rd6cf3956359d45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e5eaa489104a4e" /><Relationship Type="http://schemas.openxmlformats.org/officeDocument/2006/relationships/notesMaster" Target="/ppt/notesMasters/notesMaster1.xml" Id="R00b1cd10eaf749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5ee98d10c541ee" /><Relationship Type="http://schemas.openxmlformats.org/officeDocument/2006/relationships/notesMaster" Target="/ppt/notesMasters/notesMaster1.xml" Id="Rabdd1f79ac5a4c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c3832e14c84195" /><Relationship Type="http://schemas.openxmlformats.org/officeDocument/2006/relationships/notesMaster" Target="/ppt/notesMasters/notesMaster1.xml" Id="Rfeeeea4156fe4e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cb1895abf6423f" /><Relationship Type="http://schemas.openxmlformats.org/officeDocument/2006/relationships/notesMaster" Target="/ppt/notesMasters/notesMaster1.xml" Id="Re9dd3e41d8c041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a81d263c0b144d2" /><Relationship Type="http://schemas.openxmlformats.org/officeDocument/2006/relationships/notesMaster" Target="/ppt/notesMasters/notesMaster1.xml" Id="R6bc4de25918b436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71c10713eb3472c" /><Relationship Type="http://schemas.openxmlformats.org/officeDocument/2006/relationships/notesMaster" Target="/ppt/notesMasters/notesMaster1.xml" Id="R13bea92bda8c40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fa9886865344ac5" /><Relationship Type="http://schemas.openxmlformats.org/officeDocument/2006/relationships/notesMaster" Target="/ppt/notesMasters/notesMaster1.xml" Id="R379be749965447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3b1a063b664c76" /><Relationship Type="http://schemas.openxmlformats.org/officeDocument/2006/relationships/notesMaster" Target="/ppt/notesMasters/notesMaster1.xml" Id="R945ab128de5b490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b177f21ec941df" /><Relationship Type="http://schemas.openxmlformats.org/officeDocument/2006/relationships/notesMaster" Target="/ppt/notesMasters/notesMaster1.xml" Id="R3be31f0ed7424e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3123f33e1a241e7" /><Relationship Type="http://schemas.openxmlformats.org/officeDocument/2006/relationships/notesMaster" Target="/ppt/notesMasters/notesMaster1.xml" Id="Rf0dcdc484db54be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7c19dda7b1243b5" /><Relationship Type="http://schemas.openxmlformats.org/officeDocument/2006/relationships/notesMaster" Target="/ppt/notesMasters/notesMaster1.xml" Id="R314f680953b14b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代码目录：/Users/baibo/915-HN-AgentGate</a:t>
            </a:r>
          </a:p>
          <a:p xmlns:a="http://schemas.openxmlformats.org/drawingml/2006/main">
            <a:r>
              <a:t>本报告为需求差异评审与决策建议，不是发布验收证明。源码采集约2026-10-09 10:02–10:04 Asia/Shanghai。报告期间其他线程持续修改，贷款多版本A/B仍单列开发中。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FR-5.5 统一执行引擎: 已满足</a:t>
            </a:r>
          </a:p>
          <a:p xmlns:a="http://schemas.openxmlformats.org/drawingml/2006/main">
            <a:r>
              <a:t>不同目标通过TargetAdapter进入同一RunManagement/RunEngine，持久化EvaluationRun、结果、任务关联与列表共用。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/Users/baibo/915-HN-AgentGate/src/agentgate/run/engine.py:62</a:t>
            </a:r>
          </a:p>
          <a:p xmlns:a="http://schemas.openxmlformats.org/drawingml/2006/main">
            <a:r>
              <a:t>/Users/baibo/915-HN-AgentGate/src/agentgate/run/engine.py:113</a:t>
            </a:r>
          </a:p>
          <a:p xmlns:a="http://schemas.openxmlformats.org/drawingml/2006/main">
            <a:r>
              <a:t>/Users/baibo/915-HN-AgentGate/src/agentgate/application/agent_platform_evaluation.py:201</a:t>
            </a:r>
          </a:p>
          <a:p xmlns:a="http://schemas.openxmlformats.org/drawingml/2006/main">
            <a:r>
              <a:t>/Users/baibo/915-HN-AgentGate/src/agentgate/server/routes/bank_targets.py:67</a:t>
            </a:r>
          </a:p>
          <a:p xmlns:a="http://schemas.openxmlformats.org/drawingml/2006/main">
            <a:r>
              <a:t>/Users/baibo/915-HN-AgentGate/src/agentgate/server/routes/evaluation_tasks.py:22</a:t>
            </a:r>
          </a:p>
          <a:p xmlns:a="http://schemas.openxmlformats.org/drawingml/2006/main">
            <a:r>
              <a:t>FR-5.7 模型Key配置: 部分满足</a:t>
            </a:r>
          </a:p>
          <a:p xmlns:a="http://schemas.openxmlformats.org/drawingml/2006/main">
            <a:r>
              <a:t>凭据元数据shared/private与AES-256-GCM加密存储已有，行内会话Token按private加密后仅通过credential_ref给执行器。</a:t>
            </a:r>
          </a:p>
          <a:p xmlns:a="http://schemas.openxmlformats.org/drawingml/2006/main">
            <a:r>
              <a:t>任务表单无公共/私有模型Key选择，平台提交契约无对应模型Key引用。</a:t>
            </a:r>
          </a:p>
          <a:p xmlns:a="http://schemas.openxmlformats.org/drawingml/2006/main">
            <a:r>
              <a:t>排队按EvaluationRun.api_key字符串限流，未按凭据scope决定公共/私有路线；平台创建的Run未设置api_key，落入同一None桶。</a:t>
            </a:r>
          </a:p>
          <a:p xmlns:a="http://schemas.openxmlformats.org/drawingml/2006/main">
            <a:r>
              <a:t>通用/evaluations的api_key字段为普通字符串，原样保存且通过/runs返回；若调用者按字段名传真实Key，会绕过专用凭据库加密。已用合成值复现。</a:t>
            </a:r>
          </a:p>
          <a:p xmlns:a="http://schemas.openxmlformats.org/drawingml/2006/main">
            <a:r>
              <a:t>/Users/baibo/915-HN-AgentGate/src/agentgate/domain/credential.py:14</a:t>
            </a:r>
          </a:p>
          <a:p xmlns:a="http://schemas.openxmlformats.org/drawingml/2006/main">
            <a:r>
              <a:t>/Users/baibo/915-HN-AgentGate/src/agentgate/integrations/credentials/encryption.py:27</a:t>
            </a:r>
          </a:p>
          <a:p xmlns:a="http://schemas.openxmlformats.org/drawingml/2006/main">
            <a:r>
              <a:t>/Users/baibo/915-HN-AgentGate/src/agentgate/application/credential_management.py:36</a:t>
            </a:r>
          </a:p>
          <a:p xmlns:a="http://schemas.openxmlformats.org/drawingml/2006/main">
            <a:r>
              <a:t>/Users/baibo/915-HN-AgentGate/src/agentgate/application/agent_platform_evaluation.py:185</a:t>
            </a:r>
          </a:p>
          <a:p xmlns:a="http://schemas.openxmlformats.org/drawingml/2006/main">
            <a:r>
              <a:t>/Users/baibo/915-HN-AgentGate/src/agentgate/application/agent_platform_evaluation.py:228</a:t>
            </a:r>
          </a:p>
          <a:p xmlns:a="http://schemas.openxmlformats.org/drawingml/2006/main">
            <a:r>
              <a:t>/Users/baibo/915-HN-AgentGate/src/agentgate/server/routes/runs.py:44</a:t>
            </a:r>
          </a:p>
          <a:p xmlns:a="http://schemas.openxmlformats.org/drawingml/2006/main">
            <a:r>
              <a:t>/Users/baibo/915-HN-AgentGate/src/agentgate/domain/run.py:161</a:t>
            </a:r>
          </a:p>
          <a:p xmlns:a="http://schemas.openxmlformats.org/drawingml/2006/main">
            <a:r>
              <a:t>/Users/baibo/915-HN-AgentGate/src/agentgate/storage/sqlite.py:1394</a:t>
            </a:r>
          </a:p>
          <a:p xmlns:a="http://schemas.openxmlformats.org/drawingml/2006/main">
            <a:r>
              <a:t>/Users/baibo/915-HN-AgentGate/src/agentgate/application/run_management.py:206</a:t>
            </a:r>
          </a:p>
          <a:p xmlns:a="http://schemas.openxmlformats.org/drawingml/2006/main">
            <a:r>
              <a:t>FR-5.15 A/B对比报告: 部分满足</a:t>
            </a:r>
          </a:p>
          <a:p xmlns:a="http://schemas.openxmlformats.org/drawingml/2006/main">
            <a:r>
              <a:t>真实API及当前页面展示综合分差、维度/指标分差、改善退化计数、用例×评估器结论变化；兼容性检查拒绝不同口径。单任务已有CSV样本导出和标签分析能力。</a:t>
            </a:r>
          </a:p>
          <a:p xmlns:a="http://schemas.openxmlformats.org/drawingml/2006/main">
            <a:r>
              <a:t>缺统计显著性/置信区间、AB标签差异、性能成本比较、输入/输出/Trace真正样本并排、AB badcase分类、AB报告导出。现有并排是任务摘要/结果状态；单任务CSV或任务列表CSV不等于AB报告。</a:t>
            </a:r>
          </a:p>
          <a:p xmlns:a="http://schemas.openxmlformats.org/drawingml/2006/main">
            <a:r>
              <a:t>/Users/baibo/915-HN-AgentGate/src/agentgate/result/comparison.py:87 完整AB契约仅gate/score/metric/case差值</a:t>
            </a:r>
          </a:p>
          <a:p xmlns:a="http://schemas.openxmlformats.org/drawingml/2006/main">
            <a:r>
              <a:t>/Users/baibo/915-HN-AgentGate/src/agentgate/domain/metric.py:12 指标维度不含tag</a:t>
            </a:r>
          </a:p>
          <a:p xmlns:a="http://schemas.openxmlformats.org/drawingml/2006/main">
            <a:r>
              <a:t>/Users/baibo/915-HN-AgentGate/frontend/src/views/evaluation/components/Comparisons.vue:337 页面明确不代表统计显著性</a:t>
            </a:r>
          </a:p>
          <a:p xmlns:a="http://schemas.openxmlformats.org/drawingml/2006/main">
            <a:r>
              <a:t>/Users/baibo/915-HN-AgentGate/frontend/src/views/evaluation/components/Comparisons.vue:389 样本表仅状态变化</a:t>
            </a:r>
          </a:p>
          <a:p xmlns:a="http://schemas.openxmlformats.org/drawingml/2006/main">
            <a:r>
              <a:t>/Users/baibo/915-HN-AgentGate/frontend/src/views/evaluation/components/TaskResults.vue:210 单任务样本CSV</a:t>
            </a:r>
          </a:p>
          <a:p xmlns:a="http://schemas.openxmlformats.org/drawingml/2006/main">
            <a:r>
              <a:t>/Users/baibo/915-HN-AgentGate/frontend/src/views/evaluation/components/TaskList.vue:118 任务摘要CSV</a:t>
            </a:r>
          </a:p>
          <a:p xmlns:a="http://schemas.openxmlformats.org/drawingml/2006/main">
            <a:r>
              <a:t>/Users/baibo/915-HN-AgentGate/src/agentgate/result/analytics.py:245 单Run标签分析已存在</a:t>
            </a:r>
          </a:p>
          <a:p xmlns:a="http://schemas.openxmlformats.org/drawingml/2006/main">
            <a:r>
              <a:t>FR-5.21 人机结合与闭环: 未满足</a:t>
            </a:r>
          </a:p>
          <a:p xmlns:a="http://schemas.openxmlformats.org/drawingml/2006/main">
            <a:r>
              <a:t>有独立人工标注/失败样本回写草稿、原配置重跑和A/B能力，可人工串联。</a:t>
            </a:r>
          </a:p>
          <a:p xmlns:a="http://schemas.openxmlformats.org/drawingml/2006/main">
            <a:r>
              <a:t>当前优化报告没有采纳/忽略/待确认API或有效UI，没有建议→优化资产版本→新回归→前后A/B的持久化关联及一键动作。旧Analysis.vue里引用的optimization/reviews路由在后端不存在，也未被当前入口使用；不能当完成证据。</a:t>
            </a:r>
          </a:p>
          <a:p xmlns:a="http://schemas.openxmlformats.org/drawingml/2006/main">
            <a:r>
              <a:t>/Users/baibo/915-HN-AgentGate/src/agentgate/server/routes/optimizer.py:36 优化路由仅GET分析</a:t>
            </a:r>
          </a:p>
          <a:p xmlns:a="http://schemas.openxmlformats.org/drawingml/2006/main">
            <a:r>
              <a:t>/Users/baibo/915-HN-AgentGate/frontend/src/views/evaluation/components/ReportEvidenceAnalysis.vue:252 展示建议和人工备注，无建议决策动作</a:t>
            </a:r>
          </a:p>
          <a:p xmlns:a="http://schemas.openxmlformats.org/drawingml/2006/main">
            <a:r>
              <a:t>/Users/baibo/915-HN-AgentGate/src/agentgate/server/routes/results.py:102 已存在样本回写，可复用</a:t>
            </a:r>
          </a:p>
          <a:p xmlns:a="http://schemas.openxmlformats.org/drawingml/2006/main">
            <a:r>
              <a:t>/Users/baibo/915-HN-AgentGate/frontend/src/views/evaluation/components/TaskResults.vue:410 已有原配置重跑</a:t>
            </a:r>
          </a:p>
          <a:p xmlns:a="http://schemas.openxmlformats.org/drawingml/2006/main">
            <a:r>
              <a:t>/Users/baibo/915-HN-AgentGate/frontend/src/views/evaluation/index.vue:33 当前使用UpstreamAnalysis而非旧Analysis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FR-5.1 批量测评对象覆盖: 部分满足</a:t>
            </a:r>
          </a:p>
          <a:p xmlns:a="http://schemas.openxmlformats.org/drawingml/2006/main">
            <a:r>
              <a:t>FR-5.2 云虾继承模式: 未满足</a:t>
            </a:r>
          </a:p>
          <a:p xmlns:a="http://schemas.openxmlformats.org/drawingml/2006/main">
            <a:r>
              <a:t>FR-5.3 云虾新建模式: 部分满足</a:t>
            </a:r>
          </a:p>
          <a:p xmlns:a="http://schemas.openxmlformats.org/drawingml/2006/main">
            <a:r>
              <a:t>FR-5.4 原智能体模式: 部分满足</a:t>
            </a:r>
          </a:p>
          <a:p xmlns:a="http://schemas.openxmlformats.org/drawingml/2006/main">
            <a:r>
              <a:t>FR-5.5 统一执行引擎: 已满足</a:t>
            </a:r>
          </a:p>
          <a:p xmlns:a="http://schemas.openxmlformats.org/drawingml/2006/main">
            <a:r>
              <a:t>FR-5.6 执行参数配置: 部分满足</a:t>
            </a:r>
          </a:p>
          <a:p xmlns:a="http://schemas.openxmlformats.org/drawingml/2006/main">
            <a:r>
              <a:t>FR-5.7 模型Key配置: 部分满足</a:t>
            </a:r>
          </a:p>
          <a:p xmlns:a="http://schemas.openxmlformats.org/drawingml/2006/main">
            <a:r>
              <a:t>FR-5.13-Q13 公共Key任务排队（原文重复编号）: 部分满足</a:t>
            </a:r>
          </a:p>
          <a:p xmlns:a="http://schemas.openxmlformats.org/drawingml/2006/main">
            <a:r>
              <a:t>FR-5.9 评估器独立管理: 已满足</a:t>
            </a:r>
          </a:p>
          <a:p xmlns:a="http://schemas.openxmlformats.org/drawingml/2006/main">
            <a:r>
              <a:t>FR-5.10 规则、LLM、复合评估器: 部分满足</a:t>
            </a:r>
          </a:p>
          <a:p xmlns:a="http://schemas.openxmlformats.org/drawingml/2006/main">
            <a:r>
              <a:t>FR-5.11 强制量化输出: 部分满足</a:t>
            </a:r>
          </a:p>
          <a:p xmlns:a="http://schemas.openxmlformats.org/drawingml/2006/main">
            <a:r>
              <a:t>FR-5.12 评估器版本管理: 部分满足</a:t>
            </a:r>
          </a:p>
          <a:p xmlns:a="http://schemas.openxmlformats.org/drawingml/2006/main">
            <a:r>
              <a:t>FR-5.13-AB A/B实验创建（原文编号与排队重复）: 部分满足</a:t>
            </a:r>
          </a:p>
          <a:p xmlns:a="http://schemas.openxmlformats.org/drawingml/2006/main">
            <a:r>
              <a:t>FR-5.14 A/B自动执行与过程记录: 部分满足</a:t>
            </a:r>
          </a:p>
          <a:p xmlns:a="http://schemas.openxmlformats.org/drawingml/2006/main">
            <a:r>
              <a:t>FR-5.15 A/B对比报告: 部分满足</a:t>
            </a:r>
          </a:p>
          <a:p xmlns:a="http://schemas.openxmlformats.org/drawingml/2006/main">
            <a:r>
              <a:t>FR-5.16 多维上线判定: 部分满足</a:t>
            </a:r>
          </a:p>
          <a:p xmlns:a="http://schemas.openxmlformats.org/drawingml/2006/main">
            <a:r>
              <a:t>FR-5.17 实验可复现与一键复跑: 部分满足</a:t>
            </a:r>
          </a:p>
          <a:p xmlns:a="http://schemas.openxmlformats.org/drawingml/2006/main">
            <a:r>
              <a:t>FR-5.8 测评关系图谱和结果可视化: 部分满足</a:t>
            </a:r>
          </a:p>
          <a:p xmlns:a="http://schemas.openxmlformats.org/drawingml/2006/main">
            <a:r>
              <a:t>FR-5.18 badcase聚类: 部分满足</a:t>
            </a:r>
          </a:p>
          <a:p xmlns:a="http://schemas.openxmlformats.org/drawingml/2006/main">
            <a:r>
              <a:t>FR-5.19 根因分析: 已满足</a:t>
            </a:r>
          </a:p>
          <a:p xmlns:a="http://schemas.openxmlformats.org/drawingml/2006/main">
            <a:r>
              <a:t>FR-5.20 优化建议输出: 部分满足</a:t>
            </a:r>
          </a:p>
          <a:p xmlns:a="http://schemas.openxmlformats.org/drawingml/2006/main">
            <a:r>
              <a:t>FR-5.21 人机结合与闭环: 未满足</a:t>
            </a:r>
          </a:p>
          <a:p xmlns:a="http://schemas.openxmlformats.org/drawingml/2006/main">
            <a:r>
              <a:t>FR-5.22 测评集多版本: 已满足</a:t>
            </a:r>
          </a:p>
          <a:p xmlns:a="http://schemas.openxmlformats.org/drawingml/2006/main">
            <a:r>
              <a:t>FR-5.23 版本血缘与资产关联: 部分满足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FR-5.5 统一执行引擎: 已满足</a:t>
            </a:r>
          </a:p>
          <a:p xmlns:a="http://schemas.openxmlformats.org/drawingml/2006/main">
            <a:r>
              <a:t>不同目标通过TargetAdapter进入同一RunManagement/RunEngine，持久化EvaluationRun、结果、任务关联与列表共用。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/Users/baibo/915-HN-AgentGate/src/agentgate/run/engine.py:62</a:t>
            </a:r>
          </a:p>
          <a:p xmlns:a="http://schemas.openxmlformats.org/drawingml/2006/main">
            <a:r>
              <a:t>/Users/baibo/915-HN-AgentGate/src/agentgate/run/engine.py:113</a:t>
            </a:r>
          </a:p>
          <a:p xmlns:a="http://schemas.openxmlformats.org/drawingml/2006/main">
            <a:r>
              <a:t>/Users/baibo/915-HN-AgentGate/src/agentgate/application/agent_platform_evaluation.py:201</a:t>
            </a:r>
          </a:p>
          <a:p xmlns:a="http://schemas.openxmlformats.org/drawingml/2006/main">
            <a:r>
              <a:t>/Users/baibo/915-HN-AgentGate/src/agentgate/server/routes/bank_targets.py:67</a:t>
            </a:r>
          </a:p>
          <a:p xmlns:a="http://schemas.openxmlformats.org/drawingml/2006/main">
            <a:r>
              <a:t>/Users/baibo/915-HN-AgentGate/src/agentgate/server/routes/evaluation_tasks.py:22</a:t>
            </a:r>
          </a:p>
          <a:p xmlns:a="http://schemas.openxmlformats.org/drawingml/2006/main">
            <a:r>
              <a:t>FR-5.9 评估器独立管理: 已满足</a:t>
            </a:r>
          </a:p>
          <a:p xmlns:a="http://schemas.openxmlformats.org/drawingml/2006/main">
            <a:r>
              <a:t>后端持久化目录、草稿、发布、启停、版本读取均存在；当前 JudgeSystem 页面可独立创建规则评估器和 LLM 评估器，任务必选已有发布评估器。规则新建为复用注册实现，非任意代码。</a:t>
            </a:r>
          </a:p>
          <a:p xmlns:a="http://schemas.openxmlformats.org/drawingml/2006/main">
            <a:r>
              <a:t>基础独立资产与复用要求已覆盖；复合配置的当前页面可达性另见 FR-5.10。</a:t>
            </a:r>
          </a:p>
          <a:p xmlns:a="http://schemas.openxmlformats.org/drawingml/2006/main">
            <a:r>
              <a:t>/Users/baibo/915-HN-AgentGate/src/agentgate/server/routes/evaluators.py:150 独立目录与CRUD/发布路由</a:t>
            </a:r>
          </a:p>
          <a:p xmlns:a="http://schemas.openxmlformats.org/drawingml/2006/main">
            <a:r>
              <a:t>/Users/baibo/915-HN-AgentGate/frontend/src/views/evaluation/components/JudgeSystem.vue:369 当前评估器管理页与规则/LLM新建</a:t>
            </a:r>
          </a:p>
          <a:p xmlns:a="http://schemas.openxmlformats.org/drawingml/2006/main">
            <a:r>
              <a:t>/Users/baibo/915-HN-AgentGate/frontend/src/views/evaluation/components/RuleEvaluatorCreate.vue:17 规则创建发布并启用真实API</a:t>
            </a:r>
          </a:p>
          <a:p xmlns:a="http://schemas.openxmlformats.org/drawingml/2006/main">
            <a:r>
              <a:t>/Users/baibo/915-HN-AgentGate/frontend/src/views/evaluation/components/EvaluationTaskForm.vue:569 至少选择一评估器</a:t>
            </a:r>
          </a:p>
          <a:p xmlns:a="http://schemas.openxmlformats.org/drawingml/2006/main">
            <a:r>
              <a:t>FR-5.11 强制量化输出: 部分满足</a:t>
            </a:r>
          </a:p>
          <a:p xmlns:a="http://schemas.openxmlformats.org/drawingml/2006/main">
            <a:r>
              <a:t>PASS/FAIL/REVIEW 均强制0~1数值分数与非空原因，结果页面可查看；ERROR/NOT_APPLICABLE 强制 score=null，不会伪造分数。</a:t>
            </a:r>
          </a:p>
          <a:p xmlns:a="http://schemas.openxmlformats.org/drawingml/2006/main">
            <a:r>
              <a:t>原文要求“每条用例每个评估器均有数值分数”与当前 error/不适用不计分策略不完全一致。属于需明确验收口径的需求差异，不建议直接给异常造0分。</a:t>
            </a:r>
          </a:p>
          <a:p xmlns:a="http://schemas.openxmlformats.org/drawingml/2006/main">
            <a:r>
              <a:t>/Users/baibo/915-HN-AgentGate/src/agentgate/domain/result.py:204 分数与原因字段</a:t>
            </a:r>
          </a:p>
          <a:p xmlns:a="http://schemas.openxmlformats.org/drawingml/2006/main">
            <a:r>
              <a:t>/Users/baibo/915-HN-AgentGate/src/agentgate/domain/result.py:244 error/NA强制空分，适用结果强制有分</a:t>
            </a:r>
          </a:p>
          <a:p xmlns:a="http://schemas.openxmlformats.org/drawingml/2006/main">
            <a:r>
              <a:t>/Users/baibo/915-HN-AgentGate/frontend/src/views/evaluation/components/ResultEvaluationCard.vue:48 分数显示与原始评估记录</a:t>
            </a:r>
          </a:p>
          <a:p xmlns:a="http://schemas.openxmlformats.org/drawingml/2006/main">
            <a:r>
              <a:t>截图来源：http://127.0.0.1:5198/#/tasks/878fbe8c-a1f2-4e46-ad9a-0a30cd35ba38，2026-10-09读取。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FR-5.1 批量测评对象覆盖: 部分满足</a:t>
            </a:r>
          </a:p>
          <a:p xmlns:a="http://schemas.openxmlformats.org/drawingml/2006/main">
            <a:r>
              <a:t>三类对象已有共同任务入口和结果路径；本地贷款 base/workflow/cloudshrimp，行内 ChatABC/云虾适配，版本和分支选择。</a:t>
            </a:r>
          </a:p>
          <a:p xmlns:a="http://schemas.openxmlformats.org/drawingml/2006/main">
            <a:r>
              <a:t>云虾继承/新建两种来源的产品流程未完整形成，继承合并缺失。</a:t>
            </a:r>
          </a:p>
          <a:p xmlns:a="http://schemas.openxmlformats.org/drawingml/2006/main">
            <a:r>
              <a:t>真实行内平台端到端验收仍未提供，现有证据主要为本机协议测试和行外贷款连通性。</a:t>
            </a:r>
          </a:p>
          <a:p xmlns:a="http://schemas.openxmlformats.org/drawingml/2006/main">
            <a:r>
              <a:t>/Users/baibo/915-HN-AgentGate/src/agentgate/server/routes/bank_targets.py:22</a:t>
            </a:r>
          </a:p>
          <a:p xmlns:a="http://schemas.openxmlformats.org/drawingml/2006/main">
            <a:r>
              <a:t>/Users/baibo/915-HN-AgentGate/src/agentgate/application/agent_platform_evaluation.py:99</a:t>
            </a:r>
          </a:p>
          <a:p xmlns:a="http://schemas.openxmlformats.org/drawingml/2006/main">
            <a:r>
              <a:t>/Users/baibo/915-HN-AgentGate/frontend/src/views/evaluation/components/EvaluationTaskForm.vue:39</a:t>
            </a:r>
          </a:p>
          <a:p xmlns:a="http://schemas.openxmlformats.org/drawingml/2006/main">
            <a:r>
              <a:t>/Users/baibo/915-HN-AgentGate/docs/inbank-evidence-acceptance.md:52</a:t>
            </a:r>
          </a:p>
          <a:p xmlns:a="http://schemas.openxmlformats.org/drawingml/2006/main">
            <a:r>
              <a:t>/Users/baibo/915-HN-AgentGate/docs/bank-agents/delivery-verification-20261008.md:11</a:t>
            </a:r>
          </a:p>
          <a:p xmlns:a="http://schemas.openxmlformats.org/drawingml/2006/main">
            <a:r>
              <a:t>FR-5.2 云虾继承模式: 未满足</a:t>
            </a:r>
          </a:p>
          <a:p xmlns:a="http://schemas.openxmlformats.org/drawingml/2006/main">
            <a:r>
              <a:t>已有普通测评集管理、导入、复制和版本能力。</a:t>
            </a:r>
          </a:p>
          <a:p xmlns:a="http://schemas.openxmlformats.org/drawingml/2006/main">
            <a:r>
              <a:t>未发现多选Skill测评集并合并、按内容去重且保留多个Skill原归属、显示来源关系并直接测评的入口/服务/模型。</a:t>
            </a:r>
          </a:p>
          <a:p xmlns:a="http://schemas.openxmlformats.org/drawingml/2006/main">
            <a:r>
              <a:t>导入向导的多行合并为多轮属于同一用例导入，不等价于Skill测评集合并。</a:t>
            </a:r>
          </a:p>
          <a:p xmlns:a="http://schemas.openxmlformats.org/drawingml/2006/main">
            <a:r>
              <a:t>/Users/baibo/915-HN-AgentGate/src/agentgate/domain/case.py:59</a:t>
            </a:r>
          </a:p>
          <a:p xmlns:a="http://schemas.openxmlformats.org/drawingml/2006/main">
            <a:r>
              <a:t>/Users/baibo/915-HN-AgentGate/src/agentgate/domain/dataset.py</a:t>
            </a:r>
          </a:p>
          <a:p xmlns:a="http://schemas.openxmlformats.org/drawingml/2006/main">
            <a:r>
              <a:t>/Users/baibo/915-HN-AgentGate/src/agentgate/application/dataset_management.py</a:t>
            </a:r>
          </a:p>
          <a:p xmlns:a="http://schemas.openxmlformats.org/drawingml/2006/main">
            <a:r>
              <a:t>/Users/baibo/915-HN-AgentGate/frontend/src/views/datasets/components/SampleImportWizard.vue:230</a:t>
            </a:r>
          </a:p>
          <a:p xmlns:a="http://schemas.openxmlformats.org/drawingml/2006/main">
            <a:r>
              <a:t>FR-5.3 云虾新建模式: 部分满足</a:t>
            </a:r>
          </a:p>
          <a:p xmlns:a="http://schemas.openxmlformats.org/drawingml/2006/main">
            <a:r>
              <a:t>可独立新建测评集，单/多轮问题、预期、标签、难度、初始状态，以及Excel/接口/页面编辑已有基础。</a:t>
            </a:r>
          </a:p>
          <a:p xmlns:a="http://schemas.openxmlformats.org/drawingml/2006/main">
            <a:r>
              <a:t>运行端平台/贷款目标目前限制纯txt输入，变量动态替换和文件引用未形成端到端契约。</a:t>
            </a:r>
          </a:p>
          <a:p xmlns:a="http://schemas.openxmlformats.org/drawingml/2006/main">
            <a:r>
              <a:t>CaseTurn.input虽是开放JSON，不能据此宣称变量、文件引用已可实际执行。</a:t>
            </a:r>
          </a:p>
          <a:p xmlns:a="http://schemas.openxmlformats.org/drawingml/2006/main">
            <a:r>
              <a:t>/Users/baibo/915-HN-AgentGate/src/agentgate/domain/case.py:38</a:t>
            </a:r>
          </a:p>
          <a:p xmlns:a="http://schemas.openxmlformats.org/drawingml/2006/main">
            <a:r>
              <a:t>/Users/baibo/915-HN-AgentGate/src/agentgate/domain/case.py:64</a:t>
            </a:r>
          </a:p>
          <a:p xmlns:a="http://schemas.openxmlformats.org/drawingml/2006/main">
            <a:r>
              <a:t>/Users/baibo/915-HN-AgentGate/src/agentgate/dataset/formats/xlsx.py:19</a:t>
            </a:r>
          </a:p>
          <a:p xmlns:a="http://schemas.openxmlformats.org/drawingml/2006/main">
            <a:r>
              <a:t>/Users/baibo/915-HN-AgentGate/frontend/src/views/datasets/components/DatasetCreateForm.vue:147</a:t>
            </a:r>
          </a:p>
          <a:p xmlns:a="http://schemas.openxmlformats.org/drawingml/2006/main">
            <a:r>
              <a:t>/Users/baibo/915-HN-AgentGate/frontend/src/views/evaluation/components/EvaluationTaskForm.vue:613</a:t>
            </a:r>
          </a:p>
          <a:p xmlns:a="http://schemas.openxmlformats.org/drawingml/2006/main">
            <a:r>
              <a:t>/Users/baibo/915-HN-AgentGate/src/agentgate/server/routes/bank_targets.py:77</a:t>
            </a:r>
          </a:p>
          <a:p xmlns:a="http://schemas.openxmlformats.org/drawingml/2006/main">
            <a:r>
              <a:t>{"id":"S7.1","title":"测评数据字段与执行语义","status":"部分满足","priority":"P1","implemented":"问题/结构化输入、预期输出、标签、难度、多轮及initial_state可保存；部分适配器支持初始变量配置。","gap":"预期输出可为空，与§7.1必填冲突（FR-5.3等原文又写可选，需明确）；未见通用动态变量替换语义，UI变量定义只读且声明不等于全部配置变量；文件引用执行明确不支持非空files；无独立优先级字段。","evidence":[{"path":"/Users/baibo/915-HN-AgentGate/src/agentgate/domain/case.py","line":41,"claim":"input必填，expectations默认空"},{"path":"/Users/baibo/915-HN-AgentGate/src/agentgate/domain/case.py","line":62,"claim":"difficulty/tags/initial_state，无priority"},{"path":"/Users/baibo/915-HN-AgentGate/frontend/src/views/datasets/components/SampleEditor.vue","line":128,"claim":"输入非空，输出可无condition"},{"path":"/Users/baibo/915-HN-AgentGate/frontend/src/views/datasets/components/DatasetCreateForm.vue","line":419,"claim":"变量定义只读说明"},{"path":"/Users/baibo/915-HN-AgentGate/src/agentgate/integrations/targets/inbank/chatabc.py","line":719,"claim":"非空files显式拒绝"},{"path":"/Users/baibo/915-HN-AgentGate/src/agentgate/integrations/targets/inbank/yunxia.py","line":713,"claim":"非空files显式拒绝"}],"tests":["tests/test_case_models.py"],"next_acceptance":"先决策主观评估是否必填预期答案；模板变量可预览并在执行中生效；文件引用完成上传/授权/解析/目标透传；字段导入导出不丢失。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FR-5.6 执行参数配置: 部分满足</a:t>
            </a:r>
          </a:p>
          <a:p xmlns:a="http://schemas.openxmlformats.org/drawingml/2006/main">
            <a:r>
              <a:t>并发、单条超时、失败重试参数与持久化清单已有；基础设施失败按有界指数退避重试。支持全部/手选用例。</a:t>
            </a:r>
          </a:p>
          <a:p xmlns:a="http://schemas.openxmlformats.org/drawingml/2006/main">
            <a:r>
              <a:t>未发现采样率/采样seed及生效逻辑，仅case_ids手选。</a:t>
            </a:r>
          </a:p>
          <a:p xmlns:a="http://schemas.openxmlformats.org/drawingml/2006/main">
            <a:r>
              <a:t>前端及平台API并发上限30（Demo通用API32）；行内和本地贷款实际约束并发1、重试0。</a:t>
            </a:r>
          </a:p>
          <a:p xmlns:a="http://schemas.openxmlformats.org/drawingml/2006/main">
            <a:r>
              <a:t>重试仅rate_limited/timeout/unavailable，业务错答/评估器失败不会重试，需明确文档口径。</a:t>
            </a:r>
          </a:p>
          <a:p xmlns:a="http://schemas.openxmlformats.org/drawingml/2006/main">
            <a:r>
              <a:t>/Users/baibo/915-HN-AgentGate/src/agentgate/domain/run.py:42</a:t>
            </a:r>
          </a:p>
          <a:p xmlns:a="http://schemas.openxmlformats.org/drawingml/2006/main">
            <a:r>
              <a:t>/Users/baibo/915-HN-AgentGate/src/agentgate/server/routes/agent_platform.py:69</a:t>
            </a:r>
          </a:p>
          <a:p xmlns:a="http://schemas.openxmlformats.org/drawingml/2006/main">
            <a:r>
              <a:t>/Users/baibo/915-HN-AgentGate/src/agentgate/server/routes/runs.py:40</a:t>
            </a:r>
          </a:p>
          <a:p xmlns:a="http://schemas.openxmlformats.org/drawingml/2006/main">
            <a:r>
              <a:t>/Users/baibo/915-HN-AgentGate/src/agentgate/application/agent_platform_evaluation.py:100</a:t>
            </a:r>
          </a:p>
          <a:p xmlns:a="http://schemas.openxmlformats.org/drawingml/2006/main">
            <a:r>
              <a:t>/Users/baibo/915-HN-AgentGate/src/agentgate/server/routes/bank_targets.py:71</a:t>
            </a:r>
          </a:p>
          <a:p xmlns:a="http://schemas.openxmlformats.org/drawingml/2006/main">
            <a:r>
              <a:t>/Users/baibo/915-HN-AgentGate/src/agentgate/run/retry.py:8</a:t>
            </a:r>
          </a:p>
          <a:p xmlns:a="http://schemas.openxmlformats.org/drawingml/2006/main">
            <a:r>
              <a:t>/Users/baibo/915-HN-AgentGate/frontend/src/views/evaluation/components/EvaluationTaskForm.vue:535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FR-5.7 模型Key配置: 部分满足</a:t>
            </a:r>
          </a:p>
          <a:p xmlns:a="http://schemas.openxmlformats.org/drawingml/2006/main">
            <a:r>
              <a:t>凭据元数据shared/private与AES-256-GCM加密存储已有，行内会话Token按private加密后仅通过credential_ref给执行器。</a:t>
            </a:r>
          </a:p>
          <a:p xmlns:a="http://schemas.openxmlformats.org/drawingml/2006/main">
            <a:r>
              <a:t>任务表单无公共/私有模型Key选择，平台提交契约无对应模型Key引用。</a:t>
            </a:r>
          </a:p>
          <a:p xmlns:a="http://schemas.openxmlformats.org/drawingml/2006/main">
            <a:r>
              <a:t>排队按EvaluationRun.api_key字符串限流，未按凭据scope决定公共/私有路线；平台创建的Run未设置api_key，落入同一None桶。</a:t>
            </a:r>
          </a:p>
          <a:p xmlns:a="http://schemas.openxmlformats.org/drawingml/2006/main">
            <a:r>
              <a:t>通用/evaluations的api_key字段为普通字符串，原样保存且通过/runs返回；若调用者按字段名传真实Key，会绕过专用凭据库加密。已用合成值复现。</a:t>
            </a:r>
          </a:p>
          <a:p xmlns:a="http://schemas.openxmlformats.org/drawingml/2006/main">
            <a:r>
              <a:t>/Users/baibo/915-HN-AgentGate/src/agentgate/domain/credential.py:14</a:t>
            </a:r>
          </a:p>
          <a:p xmlns:a="http://schemas.openxmlformats.org/drawingml/2006/main">
            <a:r>
              <a:t>/Users/baibo/915-HN-AgentGate/src/agentgate/integrations/credentials/encryption.py:27</a:t>
            </a:r>
          </a:p>
          <a:p xmlns:a="http://schemas.openxmlformats.org/drawingml/2006/main">
            <a:r>
              <a:t>/Users/baibo/915-HN-AgentGate/src/agentgate/application/credential_management.py:36</a:t>
            </a:r>
          </a:p>
          <a:p xmlns:a="http://schemas.openxmlformats.org/drawingml/2006/main">
            <a:r>
              <a:t>/Users/baibo/915-HN-AgentGate/src/agentgate/application/agent_platform_evaluation.py:185</a:t>
            </a:r>
          </a:p>
          <a:p xmlns:a="http://schemas.openxmlformats.org/drawingml/2006/main">
            <a:r>
              <a:t>/Users/baibo/915-HN-AgentGate/src/agentgate/application/agent_platform_evaluation.py:228</a:t>
            </a:r>
          </a:p>
          <a:p xmlns:a="http://schemas.openxmlformats.org/drawingml/2006/main">
            <a:r>
              <a:t>/Users/baibo/915-HN-AgentGate/src/agentgate/server/routes/runs.py:44</a:t>
            </a:r>
          </a:p>
          <a:p xmlns:a="http://schemas.openxmlformats.org/drawingml/2006/main">
            <a:r>
              <a:t>/Users/baibo/915-HN-AgentGate/src/agentgate/domain/run.py:161</a:t>
            </a:r>
          </a:p>
          <a:p xmlns:a="http://schemas.openxmlformats.org/drawingml/2006/main">
            <a:r>
              <a:t>/Users/baibo/915-HN-AgentGate/src/agentgate/storage/sqlite.py:1394</a:t>
            </a:r>
          </a:p>
          <a:p xmlns:a="http://schemas.openxmlformats.org/drawingml/2006/main">
            <a:r>
              <a:t>/Users/baibo/915-HN-AgentGate/src/agentgate/application/run_management.py:206</a:t>
            </a:r>
          </a:p>
          <a:p xmlns:a="http://schemas.openxmlformats.org/drawingml/2006/main">
            <a:r>
              <a:t>FR-5.13-Q13 公共Key任务排队（原文重复编号）: 部分满足</a:t>
            </a:r>
          </a:p>
          <a:p xmlns:a="http://schemas.openxmlformats.org/drawingml/2006/main">
            <a:r>
              <a:t>存在按api_key分桶的活跃Run上限（默认10）、WAITING状态、按创建先后释放以及预约到期调度。PENDING状态在当前团队中可计算queue_position并在详情展示。</a:t>
            </a:r>
          </a:p>
          <a:p xmlns:a="http://schemas.openxmlformats.org/drawingml/2006/main">
            <a:r>
              <a:t>未连接公共/私有Key scope路由。</a:t>
            </a:r>
          </a:p>
          <a:p xmlns:a="http://schemas.openxmlformats.org/drawingml/2006/main">
            <a:r>
              <a:t>queue_position仅统计当前团队PENDING；受资源限流的WAITING没有序号，非公共Key全局排名。</a:t>
            </a:r>
          </a:p>
          <a:p xmlns:a="http://schemas.openxmlformats.org/drawingml/2006/main">
            <a:r>
              <a:t>缺预计开始/完成时间。</a:t>
            </a:r>
          </a:p>
          <a:p xmlns:a="http://schemas.openxmlformats.org/drawingml/2006/main">
            <a:r>
              <a:t>先count后claim不能单凭现有顺序单测证明多调度实例下严格总并发上限/FIFO。</a:t>
            </a:r>
          </a:p>
          <a:p xmlns:a="http://schemas.openxmlformats.org/drawingml/2006/main">
            <a:r>
              <a:t>/Users/baibo/915-HN-AgentGate/src/agentgate/application/run_scheduling.py:15</a:t>
            </a:r>
          </a:p>
          <a:p xmlns:a="http://schemas.openxmlformats.org/drawingml/2006/main">
            <a:r>
              <a:t>/Users/baibo/915-HN-AgentGate/src/agentgate/application/run_scheduling.py:123</a:t>
            </a:r>
          </a:p>
          <a:p xmlns:a="http://schemas.openxmlformats.org/drawingml/2006/main">
            <a:r>
              <a:t>/Users/baibo/915-HN-AgentGate/src/agentgate/application/result_reader.py:97</a:t>
            </a:r>
          </a:p>
          <a:p xmlns:a="http://schemas.openxmlformats.org/drawingml/2006/main">
            <a:r>
              <a:t>/Users/baibo/915-HN-AgentGate/src/agentgate/application/result_reader.py:31</a:t>
            </a:r>
          </a:p>
          <a:p xmlns:a="http://schemas.openxmlformats.org/drawingml/2006/main">
            <a:r>
              <a:t>/Users/baibo/915-HN-AgentGate/src/agentgate/storage/sqlite.py:1798</a:t>
            </a:r>
          </a:p>
          <a:p xmlns:a="http://schemas.openxmlformats.org/drawingml/2006/main">
            <a:r>
              <a:t>/Users/baibo/915-HN-AgentGate/frontend/src/views/evaluation/components/RunDetail.vue</a:t>
            </a:r>
          </a:p>
          <a:p xmlns:a="http://schemas.openxmlformats.org/drawingml/2006/main">
            <a:r>
              <a:t>{"id":"API-预约与队列","name":"提交预约、查询队列、取消预约","status":"已满足","implemented":"未来UTC scheduled_for、到期原子claim、查询runs/status/activity、取消预约已有API和普通单任务表单。","gaps":["范围是一次性普通任务；重复稳定性任务不能预约，需求若要求所有任务种类需另定。","真实BJS远端取消协议未定义（预约尚未分发前取消在本地可用）。"],"evidence":["src/agentgate/server/routes/runs.py:43","src/agentgate/server/routes/runs.py:116","src/agentgate/server/routes/runs.py:125","src/agentgate/server/routes/agent_platform.py:110","frontend/src/views/evaluation/components/EvaluationTaskForm.vue:1181","docs/inbank-evidence-acceptance.md:66"],"tests":["tests/test_run_scheduling.py:57、75、114 本次通过","tests/test_server_run_routes.py:81 本次通过"],"acceptance":"普通任务预约提交、到期进入队列、到期前取消已有回归；生产BJS调度/取消边界应写入验收。","priority":"保持"}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FR-5.13-AB A/B实验创建（原文编号与排队重复）: 部分满足</a:t>
            </a:r>
          </a:p>
          <a:p xmlns:a="http://schemas.openxmlformats.org/drawingml/2006/main">
            <a:r>
              <a:t>两版本共享测评集/评估器/执行参数/门禁；持久化 EvaluationTask 关联两个Run，当前任务页有AB入口与历史记录；行内目录/token和行外local目录/token在主表单区分。</a:t>
            </a:r>
          </a:p>
          <a:p xmlns:a="http://schemas.openxmlformats.org/drawingml/2006/main">
            <a:r>
              <a:t>AB领域明确 exactly 2 runs，不能一次创建3+版本；不同入口参数暴露不一致（Demo比较API无执行参数，平台AB仅超时且并发固定1、重试0）。贷款多版本本次正处未提交开发中，不能作为完成验收。</a:t>
            </a:r>
          </a:p>
          <a:p xmlns:a="http://schemas.openxmlformats.org/drawingml/2006/main">
            <a:r>
              <a:t>/Users/baibo/915-HN-AgentGate/src/agentgate/domain/evaluation_task.py:72 AB仅两Run</a:t>
            </a:r>
          </a:p>
          <a:p xmlns:a="http://schemas.openxmlformats.org/drawingml/2006/main">
            <a:r>
              <a:t>/Users/baibo/915-HN-AgentGate/src/agentgate/application/ab_testing.py:73 控制变量签名</a:t>
            </a:r>
          </a:p>
          <a:p xmlns:a="http://schemas.openxmlformats.org/drawingml/2006/main">
            <a:r>
              <a:t>/Users/baibo/915-HN-AgentGate/frontend/src/views/evaluation/components/EvaluationTaskForm.vue:39 双模式目录/token路由</a:t>
            </a:r>
          </a:p>
          <a:p xmlns:a="http://schemas.openxmlformats.org/drawingml/2006/main">
            <a:r>
              <a:t>/Users/baibo/915-HN-AgentGate/src/agentgate/server/routes/agent_platform.py:317 平台AB真实API</a:t>
            </a:r>
          </a:p>
          <a:p xmlns:a="http://schemas.openxmlformats.org/drawingml/2006/main">
            <a:r>
              <a:t>/Users/baibo/915-HN-AgentGate/src/agentgate/application/agent_platform_evaluation.py:333 共享两版本创建与固定并发重试</a:t>
            </a:r>
          </a:p>
          <a:p xmlns:a="http://schemas.openxmlformats.org/drawingml/2006/main">
            <a:r>
              <a:t>/Users/baibo/915-HN-AgentGate/src/agentgate/server/routes/evaluation_tasks.py:22 任务历史列表</a:t>
            </a:r>
          </a:p>
          <a:p xmlns:a="http://schemas.openxmlformats.org/drawingml/2006/main">
            <a:r>
              <a:t>FR-5.14 A/B自动执行与过程记录: 部分满足</a:t>
            </a:r>
          </a:p>
          <a:p xmlns:a="http://schemas.openxmlformats.org/drawingml/2006/main">
            <a:r>
              <a:t>自动创建派发两侧Run，版本可区分，复用Trace/逐条输出/耗时；部分派发失败有测试；本地真实贷款LLM原始Trace记录usage，JudgeRecord也可保留token计数。</a:t>
            </a:r>
          </a:p>
          <a:p xmlns:a="http://schemas.openxmlformats.org/drawingml/2006/main">
            <a:r>
              <a:t>尚无统一AB Token汇总与定价成本数据/比较；不能把局部原始Trace usage等同完整性能成本报告。行内真实上游未在本次审计执行。</a:t>
            </a:r>
          </a:p>
          <a:p xmlns:a="http://schemas.openxmlformats.org/drawingml/2006/main">
            <a:r>
              <a:t>/Users/baibo/915-HN-AgentGate/src/agentgate/application/ab_testing.py:145 创建派发两Run</a:t>
            </a:r>
          </a:p>
          <a:p xmlns:a="http://schemas.openxmlformats.org/drawingml/2006/main">
            <a:r>
              <a:t>/Users/baibo/915-HN-AgentGate/tested-agents/src/bank_agents/model.py:29 LLM Trace和usage采集</a:t>
            </a:r>
          </a:p>
          <a:p xmlns:a="http://schemas.openxmlformats.org/drawingml/2006/main">
            <a:r>
              <a:t>/Users/baibo/915-HN-AgentGate/src/agentgate/domain/result.py:64 Judge token计数</a:t>
            </a:r>
          </a:p>
          <a:p xmlns:a="http://schemas.openxmlformats.org/drawingml/2006/main">
            <a:r>
              <a:t>/Users/baibo/915-HN-AgentGate/src/agentgate/result/comparison.py:87 AB报告没有usage/cost字段</a:t>
            </a:r>
          </a:p>
          <a:p xmlns:a="http://schemas.openxmlformats.org/drawingml/2006/main">
            <a:r>
              <a:t>/Users/baibo/915-HN-AgentGate/tests/test_result_comparison_api.py:175 单侧派发失败测试</a:t>
            </a:r>
          </a:p>
          <a:p xmlns:a="http://schemas.openxmlformats.org/drawingml/2006/main">
            <a:r>
              <a:t>FR-5.15 A/B对比报告: 部分满足</a:t>
            </a:r>
          </a:p>
          <a:p xmlns:a="http://schemas.openxmlformats.org/drawingml/2006/main">
            <a:r>
              <a:t>真实API及当前页面展示综合分差、维度/指标分差、改善退化计数、用例×评估器结论变化；兼容性检查拒绝不同口径。单任务已有CSV样本导出和标签分析能力。</a:t>
            </a:r>
          </a:p>
          <a:p xmlns:a="http://schemas.openxmlformats.org/drawingml/2006/main">
            <a:r>
              <a:t>缺统计显著性/置信区间、AB标签差异、性能成本比较、输入/输出/Trace真正样本并排、AB badcase分类、AB报告导出。现有并排是任务摘要/结果状态；单任务CSV或任务列表CSV不等于AB报告。</a:t>
            </a:r>
          </a:p>
          <a:p xmlns:a="http://schemas.openxmlformats.org/drawingml/2006/main">
            <a:r>
              <a:t>/Users/baibo/915-HN-AgentGate/src/agentgate/result/comparison.py:87 完整AB契约仅gate/score/metric/case差值</a:t>
            </a:r>
          </a:p>
          <a:p xmlns:a="http://schemas.openxmlformats.org/drawingml/2006/main">
            <a:r>
              <a:t>/Users/baibo/915-HN-AgentGate/src/agentgate/domain/metric.py:12 指标维度不含tag</a:t>
            </a:r>
          </a:p>
          <a:p xmlns:a="http://schemas.openxmlformats.org/drawingml/2006/main">
            <a:r>
              <a:t>/Users/baibo/915-HN-AgentGate/frontend/src/views/evaluation/components/Comparisons.vue:337 页面明确不代表统计显著性</a:t>
            </a:r>
          </a:p>
          <a:p xmlns:a="http://schemas.openxmlformats.org/drawingml/2006/main">
            <a:r>
              <a:t>/Users/baibo/915-HN-AgentGate/frontend/src/views/evaluation/components/Comparisons.vue:389 样本表仅状态变化</a:t>
            </a:r>
          </a:p>
          <a:p xmlns:a="http://schemas.openxmlformats.org/drawingml/2006/main">
            <a:r>
              <a:t>/Users/baibo/915-HN-AgentGate/frontend/src/views/evaluation/components/TaskResults.vue:210 单任务样本CSV</a:t>
            </a:r>
          </a:p>
          <a:p xmlns:a="http://schemas.openxmlformats.org/drawingml/2006/main">
            <a:r>
              <a:t>/Users/baibo/915-HN-AgentGate/frontend/src/views/evaluation/components/TaskList.vue:118 任务摘要CSV</a:t>
            </a:r>
          </a:p>
          <a:p xmlns:a="http://schemas.openxmlformats.org/drawingml/2006/main">
            <a:r>
              <a:t>/Users/baibo/915-HN-AgentGate/src/agentgate/result/analytics.py:245 单Run标签分析已存在</a:t>
            </a:r>
          </a:p>
          <a:p xmlns:a="http://schemas.openxmlformats.org/drawingml/2006/main">
            <a:r>
              <a:t>FR-5.16 多维上线判定: 部分满足</a:t>
            </a:r>
          </a:p>
          <a:p xmlns:a="http://schemas.openxmlformats.org/drawingml/2006/main">
            <a:r>
              <a:t>Run级 fail-closed 门禁依据综合最低分、阻断失败、待复核、缺结果、评估错误输出pass/fail；当前报告能查看原因。</a:t>
            </a:r>
          </a:p>
          <a:p xmlns:a="http://schemas.openxmlformats.org/drawingml/2006/main">
            <a:r>
              <a:t>ReleaseGateSpec只支持minimum_score(默认0.95)，没有标签/核心场景、稳定性、性能、成本、badcase多条件组合；创建API和页面不提供用户门禁配置；AB契约是两侧单Run门禁，非候选上线综合决策。</a:t>
            </a:r>
          </a:p>
          <a:p xmlns:a="http://schemas.openxmlformats.org/drawingml/2006/main">
            <a:r>
              <a:t>/Users/baibo/915-HN-AgentGate/src/agentgate/domain/gate.py:13 只有minimum_score</a:t>
            </a:r>
          </a:p>
          <a:p xmlns:a="http://schemas.openxmlformats.org/drawingml/2006/main">
            <a:r>
              <a:t>/Users/baibo/915-HN-AgentGate/src/agentgate/domain/gate.py:38 固定fail-closed顺序</a:t>
            </a:r>
          </a:p>
          <a:p xmlns:a="http://schemas.openxmlformats.org/drawingml/2006/main">
            <a:r>
              <a:t>/Users/baibo/915-HN-AgentGate/src/agentgate/server/routes/comparisons.py:30 AB创建无门禁参数</a:t>
            </a:r>
          </a:p>
          <a:p xmlns:a="http://schemas.openxmlformats.org/drawingml/2006/main">
            <a:r>
              <a:t>/Users/baibo/915-HN-AgentGate/frontend/src/views/evaluation/components/RunConfiguration.vue:75 只读门禁JSON</a:t>
            </a:r>
          </a:p>
          <a:p xmlns:a="http://schemas.openxmlformats.org/drawingml/2006/main">
            <a:r>
              <a:t>/Users/baibo/915-HN-AgentGate/src/agentgate/result/comparison.py:94 仅基线和候选独立门禁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FR-5.9 评估器独立管理: 已满足</a:t>
            </a:r>
          </a:p>
          <a:p xmlns:a="http://schemas.openxmlformats.org/drawingml/2006/main">
            <a:r>
              <a:t>后端持久化目录、草稿、发布、启停、版本读取均存在；当前 JudgeSystem 页面可独立创建规则评估器和 LLM 评估器，任务必选已有发布评估器。规则新建为复用注册实现，非任意代码。</a:t>
            </a:r>
          </a:p>
          <a:p xmlns:a="http://schemas.openxmlformats.org/drawingml/2006/main">
            <a:r>
              <a:t>基础独立资产与复用要求已覆盖；复合配置的当前页面可达性另见 FR-5.10。</a:t>
            </a:r>
          </a:p>
          <a:p xmlns:a="http://schemas.openxmlformats.org/drawingml/2006/main">
            <a:r>
              <a:t>/Users/baibo/915-HN-AgentGate/src/agentgate/server/routes/evaluators.py:150 独立目录与CRUD/发布路由</a:t>
            </a:r>
          </a:p>
          <a:p xmlns:a="http://schemas.openxmlformats.org/drawingml/2006/main">
            <a:r>
              <a:t>/Users/baibo/915-HN-AgentGate/frontend/src/views/evaluation/components/JudgeSystem.vue:369 当前评估器管理页与规则/LLM新建</a:t>
            </a:r>
          </a:p>
          <a:p xmlns:a="http://schemas.openxmlformats.org/drawingml/2006/main">
            <a:r>
              <a:t>/Users/baibo/915-HN-AgentGate/frontend/src/views/evaluation/components/RuleEvaluatorCreate.vue:17 规则创建发布并启用真实API</a:t>
            </a:r>
          </a:p>
          <a:p xmlns:a="http://schemas.openxmlformats.org/drawingml/2006/main">
            <a:r>
              <a:t>/Users/baibo/915-HN-AgentGate/frontend/src/views/evaluation/components/EvaluationTaskForm.vue:569 至少选择一评估器</a:t>
            </a:r>
          </a:p>
          <a:p xmlns:a="http://schemas.openxmlformats.org/drawingml/2006/main">
            <a:r>
              <a:t>FR-5.10 规则、LLM、复合评估器: 部分满足</a:t>
            </a:r>
          </a:p>
          <a:p xmlns:a="http://schemas.openxmlformats.org/drawingml/2006/main">
            <a:r>
              <a:t>后端规则支持正则、JSON schema、字段判断；LLM按Prompt结构化打分；CompositeEvaluator支持固定版本子评估器加权聚合，后台聚焦测试通过。</a:t>
            </a:r>
          </a:p>
          <a:p xmlns:a="http://schemas.openxmlformats.org/drawingml/2006/main">
            <a:r>
              <a:t>当前路由加载 JudgeSystem，仅展示规则/LLM两个类别；普通任务 TaskEvaluatorPicker 的 kinds 也仅为 rule/llm_judge。旧 Evaluators.vue 具有复合编辑，但当前主路由未加载，不能算普通用户可完成复合创建选用。</a:t>
            </a:r>
          </a:p>
          <a:p xmlns:a="http://schemas.openxmlformats.org/drawingml/2006/main">
            <a:r>
              <a:t>/Users/baibo/915-HN-AgentGate/src/agentgate/evaluator/rule/operators.py:11 正则、JSON校验、字段等运算类型</a:t>
            </a:r>
          </a:p>
          <a:p xmlns:a="http://schemas.openxmlformats.org/drawingml/2006/main">
            <a:r>
              <a:t>/Users/baibo/915-HN-AgentGate/src/agentgate/evaluator/hybrid.py:23 固定子结果加权聚合</a:t>
            </a:r>
          </a:p>
          <a:p xmlns:a="http://schemas.openxmlformats.org/drawingml/2006/main">
            <a:r>
              <a:t>/Users/baibo/915-HN-AgentGate/frontend/src/views/evaluation/index.vue:401 当前实际加载JudgeSystem</a:t>
            </a:r>
          </a:p>
          <a:p xmlns:a="http://schemas.openxmlformats.org/drawingml/2006/main">
            <a:r>
              <a:t>/Users/baibo/915-HN-AgentGate/frontend/src/views/evaluation/components/JudgeSystem.vue:385 仅规则与LLM页签</a:t>
            </a:r>
          </a:p>
          <a:p xmlns:a="http://schemas.openxmlformats.org/drawingml/2006/main">
            <a:r>
              <a:t>/Users/baibo/915-HN-AgentGate/frontend/src/views/evaluation/components/TaskEvaluatorPicker.vue:36 任务选择仅两类</a:t>
            </a:r>
          </a:p>
          <a:p xmlns:a="http://schemas.openxmlformats.org/drawingml/2006/main">
            <a:r>
              <a:t>FR-5.12 评估器版本管理: 部分满足</a:t>
            </a:r>
          </a:p>
          <a:p xmlns:a="http://schemas.openxmlformats.org/drawingml/2006/main">
            <a:r>
              <a:t>草稿发布不可变新版本、精确版本API、RunManifest固化ID/版本/hash；NewComparison可选择历史版本，API测试验证旧版本在新发布后仍使用。</a:t>
            </a:r>
          </a:p>
          <a:p xmlns:a="http://schemas.openxmlformats.org/drawingml/2006/main">
            <a:r>
              <a:t>统一任务创建表单 snapshot.evaluatorRefs 直接取 latest_version，没有任意历史版本选择；行内/行外主任务流程尚未统一提供“选择具体历史评估器版本”，虽提交时已锁定当时版本。</a:t>
            </a:r>
          </a:p>
          <a:p xmlns:a="http://schemas.openxmlformats.org/drawingml/2006/main">
            <a:r>
              <a:t>/Users/baibo/915-HN-AgentGate/src/agentgate/server/routes/evaluators.py:230 历史版本API</a:t>
            </a:r>
          </a:p>
          <a:p xmlns:a="http://schemas.openxmlformats.org/drawingml/2006/main">
            <a:r>
              <a:t>/Users/baibo/915-HN-AgentGate/src/agentgate/domain/run.py:116 Manifest中固化评估器版本/hash</a:t>
            </a:r>
          </a:p>
          <a:p xmlns:a="http://schemas.openxmlformats.org/drawingml/2006/main">
            <a:r>
              <a:t>/Users/baibo/915-HN-AgentGate/frontend/src/views/evaluation/components/NewComparison.vue:213 历史版本下拉框</a:t>
            </a:r>
          </a:p>
          <a:p xmlns:a="http://schemas.openxmlformats.org/drawingml/2006/main">
            <a:r>
              <a:t>/Users/baibo/915-HN-AgentGate/frontend/src/views/evaluation/components/EvaluationTaskForm.vue:581 主任务仅取latest_version</a:t>
            </a:r>
          </a:p>
          <a:p xmlns:a="http://schemas.openxmlformats.org/drawingml/2006/main">
            <a:r>
              <a:t>/Users/baibo/915-HN-AgentGate/tests/test_result_comparison_api.py:62 历史版本AB提交测试</a:t>
            </a:r>
          </a:p>
          <a:p xmlns:a="http://schemas.openxmlformats.org/drawingml/2006/main">
            <a:r>
              <a:t>FR-5.17 实验可复现与一键复跑: 部分满足</a:t>
            </a:r>
          </a:p>
          <a:p xmlns:a="http://schemas.openxmlformats.org/drawingml/2006/main">
            <a:r>
              <a:t>数据集、评估器、目标引用、执行参数与hash快照固化；单Run精确manifest复跑有API/UI；LLM评估器保存模型与温度等参数。</a:t>
            </a:r>
          </a:p>
          <a:p xmlns:a="http://schemas.openxmlformats.org/drawingml/2006/main">
            <a:r>
              <a:t>没有AB整体一键复制两侧新Run并保持实验关联；行内TargetDescriptor只保存身份/版本/类型，无被测模型参数快照。贷款模型名与实现hash有记录但BANK_MODEL_THINKING等环境参数未入目录快照，执行Trace有实际请求也不等于复跑锁定。</a:t>
            </a:r>
          </a:p>
          <a:p xmlns:a="http://schemas.openxmlformats.org/drawingml/2006/main">
            <a:r>
              <a:t>/Users/baibo/915-HN-AgentGate/src/agentgate/domain/run.py:39 不可变Manifest</a:t>
            </a:r>
          </a:p>
          <a:p xmlns:a="http://schemas.openxmlformats.org/drawingml/2006/main">
            <a:r>
              <a:t>/Users/baibo/915-HN-AgentGate/src/agentgate/application/run_management.py:142 单Run复跑</a:t>
            </a:r>
          </a:p>
          <a:p xmlns:a="http://schemas.openxmlformats.org/drawingml/2006/main">
            <a:r>
              <a:t>/Users/baibo/915-HN-AgentGate/frontend/src/views/evaluation/components/RerunDialog.vue:21 单Run复跑UI</a:t>
            </a:r>
          </a:p>
          <a:p xmlns:a="http://schemas.openxmlformats.org/drawingml/2006/main">
            <a:r>
              <a:t>/Users/baibo/915-HN-AgentGate/src/agentgate/application/agent_platform_evaluation.py:50 行内描述只记身份类型</a:t>
            </a:r>
          </a:p>
          <a:p xmlns:a="http://schemas.openxmlformats.org/drawingml/2006/main">
            <a:r>
              <a:t>/Users/baibo/915-HN-AgentGate/src/agentgate/evaluator/judge/dimension_quality.py:81 Judge模型参数</a:t>
            </a:r>
          </a:p>
          <a:p xmlns:a="http://schemas.openxmlformats.org/drawingml/2006/main">
            <a:r>
              <a:t>/Users/baibo/915-HN-AgentGate/tested-agents/src/bank_agents/model.py:13 被测模型thinking运行环境参数</a:t>
            </a:r>
          </a:p>
          <a:p xmlns:a="http://schemas.openxmlformats.org/drawingml/2006/main">
            <a:r>
              <a:t>/Users/baibo/915-HN-AgentGate/tested-agents/src/bank_agents/app.py:85 目录快照未含thinking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FR-5.18 badcase聚类: 部分满足</a:t>
            </a:r>
          </a:p>
          <a:p xmlns:a="http://schemas.openxmlformats.org/drawingml/2006/main">
            <a:r>
              <a:t>后端按失败阶段、评估器、维度、指标、严重级别确定性聚类；每类最多3个代表结果，保留case/result/trace/span引用。当前A/B调优按评估器分组看失败样本。</a:t>
            </a:r>
          </a:p>
          <a:p xmlns:a="http://schemas.openxmlformats.org/drawingml/2006/main">
            <a:r>
              <a:t>聚类键没有场景标签；只接受Outcome.FAIL，执行异常ERROR未进入优化聚类；当前页面不是需求中的失败类型×场景标签分布/代表样本聚类工作台。</a:t>
            </a:r>
          </a:p>
          <a:p xmlns:a="http://schemas.openxmlformats.org/drawingml/2006/main">
            <a:r>
              <a:t>/Users/baibo/915-HN-AgentGate/src/agentgate/optimizer/clustering.py:21 聚类键不包含标签</a:t>
            </a:r>
          </a:p>
          <a:p xmlns:a="http://schemas.openxmlformats.org/drawingml/2006/main">
            <a:r>
              <a:t>/Users/baibo/915-HN-AgentGate/src/agentgate/optimizer/clustering.py:98 仅接受fail</a:t>
            </a:r>
          </a:p>
          <a:p xmlns:a="http://schemas.openxmlformats.org/drawingml/2006/main">
            <a:r>
              <a:t>/Users/baibo/915-HN-AgentGate/src/agentgate/optimizer/clustering.py:126 代表性样本引用</a:t>
            </a:r>
          </a:p>
          <a:p xmlns:a="http://schemas.openxmlformats.org/drawingml/2006/main">
            <a:r>
              <a:t>/Users/baibo/915-HN-AgentGate/src/agentgate/optimizer/pipeline.py:88 仅传入fail</a:t>
            </a:r>
          </a:p>
          <a:p xmlns:a="http://schemas.openxmlformats.org/drawingml/2006/main">
            <a:r>
              <a:t>/Users/baibo/915-HN-AgentGate/frontend/src/views/evaluation/components/ReportEvidenceAnalysis.vue:57 页面按评估器分组</a:t>
            </a:r>
          </a:p>
          <a:p xmlns:a="http://schemas.openxmlformats.org/drawingml/2006/main">
            <a:r>
              <a:t>FR-5.19 根因分析: 已满足</a:t>
            </a:r>
          </a:p>
          <a:p xmlns:a="http://schemas.openxmlformats.org/drawingml/2006/main">
            <a:r>
              <a:t>完成任务可使用配置的模型逐聚类分析；输入含用例、结果、Trace及可选Skill静态报告；返回根因假设和经校验的result/span证据引用，结果按证据指纹持久化缓存；A/B调优页可触发。</a:t>
            </a:r>
          </a:p>
          <a:p xmlns:a="http://schemas.openxmlformats.org/drawingml/2006/main">
            <a:r>
              <a:t>这是代码/API及本地确定性测试验证；真实行内模型/智能体根因质量尚待业务验收。单任务当前TaskResults缺调优入口，属于入口连通性缺口。</a:t>
            </a:r>
          </a:p>
          <a:p xmlns:a="http://schemas.openxmlformats.org/drawingml/2006/main">
            <a:r>
              <a:t>/Users/baibo/915-HN-AgentGate/src/agentgate/optimizer/root_cause.py:118 逐类LLM分析并校验引用</a:t>
            </a:r>
          </a:p>
          <a:p xmlns:a="http://schemas.openxmlformats.org/drawingml/2006/main">
            <a:r>
              <a:t>/Users/baibo/915-HN-AgentGate/src/agentgate/optimizer/root_cause_prompt.py:111 输入关联的用例、结果和Trace</a:t>
            </a:r>
          </a:p>
          <a:p xmlns:a="http://schemas.openxmlformats.org/drawingml/2006/main">
            <a:r>
              <a:t>/Users/baibo/915-HN-AgentGate/src/agentgate/application/optimization_analysis.py:115 证据指纹缓存与持久化</a:t>
            </a:r>
          </a:p>
          <a:p xmlns:a="http://schemas.openxmlformats.org/drawingml/2006/main">
            <a:r>
              <a:t>/Users/baibo/915-HN-AgentGate/frontend/src/views/evaluation/components/ReportEvidenceAnalysis.vue:158 调用真实optimization API</a:t>
            </a:r>
          </a:p>
          <a:p xmlns:a="http://schemas.openxmlformats.org/drawingml/2006/main">
            <a:r>
              <a:t>FR-5.20 优化建议输出: 部分满足</a:t>
            </a:r>
          </a:p>
          <a:p xmlns:a="http://schemas.openxmlformats.org/drawingml/2006/main">
            <a:r>
              <a:t>由根因/失败阶段生成结构化建议，覆盖Agent提示词、路由边界、Skill描述、检索、工具、状态管理，并按严重性/占比/证据确信度排序。</a:t>
            </a:r>
          </a:p>
          <a:p xmlns:a="http://schemas.openxmlformats.org/drawingml/2006/main">
            <a:r>
              <a:t>具体建议是固定英文模板，并非针对样本生成可直接编辑的提示词/修复方案；无独立测评集补充建议输出。当前页面只展示标题/建议/原因，未呈现后端优先级。Skill提示词、冲突、模糊地带覆盖也依赖可用静态定义。</a:t>
            </a:r>
          </a:p>
          <a:p xmlns:a="http://schemas.openxmlformats.org/drawingml/2006/main">
            <a:r>
              <a:t>/Users/baibo/915-HN-AgentGate/src/agentgate/optimizer/suggestions.py:71 建议目标选择</a:t>
            </a:r>
          </a:p>
          <a:p xmlns:a="http://schemas.openxmlformats.org/drawingml/2006/main">
            <a:r>
              <a:t>/Users/baibo/915-HN-AgentGate/src/agentgate/optimizer/suggestions.py:118 固定模板内容</a:t>
            </a:r>
          </a:p>
          <a:p xmlns:a="http://schemas.openxmlformats.org/drawingml/2006/main">
            <a:r>
              <a:t>/Users/baibo/915-HN-AgentGate/src/agentgate/optimizer/suggestions.py:215 确定性生成和排序</a:t>
            </a:r>
          </a:p>
          <a:p xmlns:a="http://schemas.openxmlformats.org/drawingml/2006/main">
            <a:r>
              <a:t>/Users/baibo/915-HN-AgentGate/frontend/src/views/evaluation/components/ReportEvidenceAnalysis.vue:266 页面只展示建议文本</a:t>
            </a:r>
          </a:p>
          <a:p xmlns:a="http://schemas.openxmlformats.org/drawingml/2006/main">
            <a:r>
              <a:t>FR-5.21 人机结合与闭环: 未满足</a:t>
            </a:r>
          </a:p>
          <a:p xmlns:a="http://schemas.openxmlformats.org/drawingml/2006/main">
            <a:r>
              <a:t>有独立人工标注/失败样本回写草稿、原配置重跑和A/B能力，可人工串联。</a:t>
            </a:r>
          </a:p>
          <a:p xmlns:a="http://schemas.openxmlformats.org/drawingml/2006/main">
            <a:r>
              <a:t>当前优化报告没有采纳/忽略/待确认API或有效UI，没有建议→优化资产版本→新回归→前后A/B的持久化关联及一键动作。旧Analysis.vue里引用的optimization/reviews路由在后端不存在，也未被当前入口使用；不能当完成证据。</a:t>
            </a:r>
          </a:p>
          <a:p xmlns:a="http://schemas.openxmlformats.org/drawingml/2006/main">
            <a:r>
              <a:t>/Users/baibo/915-HN-AgentGate/src/agentgate/server/routes/optimizer.py:36 优化路由仅GET分析</a:t>
            </a:r>
          </a:p>
          <a:p xmlns:a="http://schemas.openxmlformats.org/drawingml/2006/main">
            <a:r>
              <a:t>/Users/baibo/915-HN-AgentGate/frontend/src/views/evaluation/components/ReportEvidenceAnalysis.vue:252 展示建议和人工备注，无建议决策动作</a:t>
            </a:r>
          </a:p>
          <a:p xmlns:a="http://schemas.openxmlformats.org/drawingml/2006/main">
            <a:r>
              <a:t>/Users/baibo/915-HN-AgentGate/src/agentgate/server/routes/results.py:102 已存在样本回写，可复用</a:t>
            </a:r>
          </a:p>
          <a:p xmlns:a="http://schemas.openxmlformats.org/drawingml/2006/main">
            <a:r>
              <a:t>/Users/baibo/915-HN-AgentGate/frontend/src/views/evaluation/components/TaskResults.vue:410 已有原配置重跑</a:t>
            </a:r>
          </a:p>
          <a:p xmlns:a="http://schemas.openxmlformats.org/drawingml/2006/main">
            <a:r>
              <a:t>/Users/baibo/915-HN-AgentGate/frontend/src/views/evaluation/index.vue:33 当前使用UpstreamAnalysis而非旧Analysis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FR-5.8 测评关系图谱和结果可视化: 部分满足</a:t>
            </a:r>
          </a:p>
          <a:p xmlns:a="http://schemas.openxmlformats.org/drawingml/2006/main">
            <a:r>
              <a:t>后端按评估器、标签、难度、失败类型汇总；当前页面有总体分、通过率、评估器样本列、分数/标签过滤和可交互Trace节点图；任务配置可看智能体拓扑。</a:t>
            </a:r>
          </a:p>
          <a:p xmlns:a="http://schemas.openxmlformats.org/drawingml/2006/main">
            <a:r>
              <a:t>当前任务详情未接入得分/失败/标签分布图及完整资产版本图。Trace执行节点图、目标拓扑不能替代任务→测评集版本→智能体版本→Skill版本血缘。</a:t>
            </a:r>
          </a:p>
          <a:p xmlns:a="http://schemas.openxmlformats.org/drawingml/2006/main">
            <a:r>
              <a:t>/Users/baibo/915-HN-AgentGate/src/agentgate/result/analytics.py:208 真实统计覆盖标签与失败类型</a:t>
            </a:r>
          </a:p>
          <a:p xmlns:a="http://schemas.openxmlformats.org/drawingml/2006/main">
            <a:r>
              <a:t>/Users/baibo/915-HN-AgentGate/src/agentgate/server/routes/results.py:50 analytics可用API</a:t>
            </a:r>
          </a:p>
          <a:p xmlns:a="http://schemas.openxmlformats.org/drawingml/2006/main">
            <a:r>
              <a:t>/Users/baibo/915-HN-AgentGate/frontend/src/views/evaluation/components/TaskResults.vue:278 实际任务详情三类页签；指标和筛选以卡片/表格呈现</a:t>
            </a:r>
          </a:p>
          <a:p xmlns:a="http://schemas.openxmlformats.org/drawingml/2006/main">
            <a:r>
              <a:t>/Users/baibo/915-HN-AgentGate/frontend/src/views/evaluation/components/TraceExplorer.vue:132 真实执行Trace图，可点击定位JSON</a:t>
            </a:r>
          </a:p>
          <a:p xmlns:a="http://schemas.openxmlformats.org/drawingml/2006/main">
            <a:r>
              <a:t>/Users/baibo/915-HN-AgentGate/frontend/src/views/evaluation/components/EvaluationTaskForm.vue:1071 当前目标拓扑使用TargetStructure</a:t>
            </a:r>
          </a:p>
          <a:p xmlns:a="http://schemas.openxmlformats.org/drawingml/2006/main">
            <a:r>
              <a:t>FR-5.23 版本血缘与资产关联: 部分满足</a:t>
            </a:r>
          </a:p>
          <a:p xmlns:a="http://schemas.openxmlformats.org/drawingml/2006/main">
            <a:r>
              <a:t>后端从不可变run manifest和descriptor生成任务、数据集、用例、目标、Skill、评估器的图，支持资产反向查询；数据集页面显示相关任务列表。</a:t>
            </a:r>
          </a:p>
          <a:p xmlns:a="http://schemas.openxmlformats.org/drawingml/2006/main">
            <a:r>
              <a:t>当前TaskResults未挂载RunLineage；旧RunLineage也只是资产表。图模型无A/B实验节点，只有run。行内Skill版本定义缺真实接口时不能补造版本。当前智能体拓扑只是结构，不是版本血缘。</a:t>
            </a:r>
          </a:p>
          <a:p xmlns:a="http://schemas.openxmlformats.org/drawingml/2006/main">
            <a:r>
              <a:t>/Users/baibo/915-HN-AgentGate/src/agentgate/application/lineage_queries.py:39 节点枚举无实验节点</a:t>
            </a:r>
          </a:p>
          <a:p xmlns:a="http://schemas.openxmlformats.org/drawingml/2006/main">
            <a:r>
              <a:t>/Users/baibo/915-HN-AgentGate/src/agentgate/application/lineage_queries.py:333 从真实manifest和descriptor构图</a:t>
            </a:r>
          </a:p>
          <a:p xmlns:a="http://schemas.openxmlformats.org/drawingml/2006/main">
            <a:r>
              <a:t>/Users/baibo/915-HN-AgentGate/frontend/src/views/evaluation/index.vue:30 实际加载TaskResults</a:t>
            </a:r>
          </a:p>
          <a:p xmlns:a="http://schemas.openxmlformats.org/drawingml/2006/main">
            <a:r>
              <a:t>/Users/baibo/915-HN-AgentGate/frontend/src/views/evaluation/components/RunLineage.vue:47 旧组件仅资产表</a:t>
            </a:r>
          </a:p>
          <a:p xmlns:a="http://schemas.openxmlformats.org/drawingml/2006/main">
            <a:r>
              <a:t>/Users/baibo/915-HN-AgentGate/frontend/src/views/datasets/index.vue:783 相关任务列表仅最近200条筛选</a:t>
            </a:r>
          </a:p>
          <a:p xmlns:a="http://schemas.openxmlformats.org/drawingml/2006/main">
            <a:r>
              <a:t>截图来源：http://127.0.0.1:5198/#/tasks/878fbe8c-a1f2-4e46-ad9a-0a30cd35ba38/samples/cloudshrimp-core-blocked，历史合成测试数据。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{"id":"NFR-安全性","status":"部分满足","implemented":"专用Key库AES-256-GCM、安全元数据返回、Trace读取脱敏、团队字段查询过滤已有。","gaps":["通用api_key普通字符串通路存在明文保存/回显（合成数据实证）。","用户团队直接信任可传入的user_team_id/user_id头，无工程内身份校验。服务直连时可自选团队；若部署依赖受信网关注入，需明确阻断直接访问并验证头剥离/身份签名。","Key元数据无owner/team字段，Key管理路由无对应权限判断；不能宣称完整多租户私有Key隔离。"],"evidence":["src/agentgate/integrations/credentials/encryption.py:35","src/agentgate/application/result_reader.py:195","src/agentgate/server/app.py:159","src/agentgate/domain/credential.py:21","src/agentgate/server/routes/credentials.py:53","src/agentgate/server/routes/runs.py:44"],"tests":["tests/test_trace_redaction.py 全部通过","隔离库合成探针：api_key回显true、数据库明文true、匿名请求自选团队读取true。只使用自行生成数据。"],"acceptance":"登录身份不可由任意头伪造；跨团队读取/修改/Key管理均拒绝；网关和API信任边界实际部署验证；明文不落库、不回显。","priority":"P0"}</a:t>
            </a:r>
          </a:p>
          <a:p xmlns:a="http://schemas.openxmlformats.org/drawingml/2006/main">
            <a:r>
              <a:t>独立交叉核查：通用api_key当前主要用于节流，不能称其已作为真实模型密钥调用或泄露。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[{"id":"NFR-性能","status":"部分满足","implemented":"有并发配置、限流和千级容量基础：XLSX MAX_ROWS=10000。","gaps":["单任务平台并发上限30，行内/贷款1；未证明百级有效并发。","未检索到100并发×1000用例、p95 SLA、端到端压测报告；千级用例可表示/导入不等于吞吐和时延达标。","现有2026-10-08交付是9任务9样本smoke，种子为36样本42轮；不能作为负载达标证据。"],"evidence":["src/agentgate/server/routes/agent_platform.py:69","src/agentgate/application/agent_platform_evaluation.py:100","src/agentgate/dataset/formats/xlsx.py:35","docs/bank-agents/delivery-verification-20261008.md:9"],"acceptance":"先约定百并发是用例/任务/全局及p95上限；1000用例、100有效并发实测吞吐、失败率、p95、资源、限流与数据一致性，行内真实资源验收。","priority":"P0-验收"},{"id":"NFR-稳定性","status":"部分满足","implemented":"基础设施失败自动重试；逐条已完成结果持久化；取消及任务幂等claim有测试。","gaps":["异常中断后不是断点续跑：引擎仅执行PENDING、迭代全部execution_cases；超时RUNNING会标FAILED。复跑创建新Run，未跳过已完成Case。","持久化失败attempt历史和trace重试事件未完成。"],"evidence":["src/agentgate/run/engine.py:62","src/agentgate/run/engine.py:119","src/agentgate/application/run_management.py:300","docs/run/README.md:30","docs/project-progress.md:389"],"tests":["tests/test_run_engine.py:268、354、377 本次通过：保留前序结果与自动重试，不证明续跑"],"acceptance":"执行100用例到第40例强杀Worker，重启只执行未完成/可重试项，结果不重复、参数版本不变，审计显示恢复和每次尝试。","priority":"P0"},{"id":"NFR-安全性","status":"部分满足","implemented":"专用Key库AES-256-GCM、安全元数据返回、Trace读取脱敏、团队字段查询过滤已有。","gaps":["通用api_key普通字符串通路存在明文保存/回显（合成数据实证）。","用户团队直接信任可传入的user_team_id/user_id头，无工程内身份校验。服务直连时可自选团队；若部署依赖受信网关注入，需明确阻断直接访问并验证头剥离/身份签名。","Key元数据无owner/team字段，Key管理路由无对应权限判断；不能宣称完整多租户私有Key隔离。"],"evidence":["src/agentgate/integrations/credentials/encryption.py:35","src/agentgate/application/result_reader.py:195","src/agentgate/server/app.py:159","src/agentgate/domain/credential.py:21","src/agentgate/server/routes/credentials.py:53","src/agentgate/server/routes/runs.py:44"],"tests":["tests/test_trace_redaction.py 全部通过","隔离库合成探针：api_key回显true、数据库明文true、匿名请求自选团队读取true。只使用自行生成数据。"],"acceptance":"登录身份不可由任意头伪造；跨团队读取/修改/Key管理均拒绝；网关和API信任边界实际部署验证；明文不落库、不回显。","priority":"P0"},{"id":"项目约束-行内行外分流","status":"部分满足","implemented":"前端目录、任务/AB/稳定性提交和测评集目标关联均按auth模式选择directory及token。行外local；行内session token。","gaps":["后端platform适配模式依据AGENTGATE_AGENT_PLATFORM_MODE进程配置，不依据每次请求的登录模式；单进程同时支持行内+行外平台模拟请求需验证部署约束。","真实行内拓扑/完整能力定义并非已验收；文档明确无行内版本定义接口，不以本地扩展冒充。"],"evidence":["frontend/src/views/evaluation/components/EvaluationTaskForm.vue:39","frontend/src/views/evaluation/components/EvaluationTaskForm.vue:704","frontend/src/views/evaluation/components/EvaluationTaskForm.vue:751","frontend/src/views/datasets/components/DatasetCreateForm.vue:15","frontend/src/views/evaluation/components/AnnotationAssets.vue:41","frontend/src/api/agent-platform.ts:436","src/agentgate/application/agent_platform_evaluation.py:166","docs/inbank-evidence-acceptance.md:3"],"tests":["frontend/tests/agent-platform-task.spec.ts:980-1020 已有bank/external参数化token断言，本次未运行浏览器测试。","tests/test_agent_platform_evaluation.py:319 本次通过并发调用凭据隔离。"],"acceptance":"在目标部署配置下分别登录行内/行外完成目录、版本、分支、拓扑、单任务、AB、稳定性和测评集关联，并验证执行也走对应源。","priority":"P0-验收"}]</a:t>
            </a:r>
          </a:p>
          <a:p xmlns:a="http://schemas.openxmlformats.org/drawingml/2006/main">
            <a:r>
              <a:t>[{"id":"S6.1","title":"云虾专项","status":"部分满足","priority":"P1","implemented":"有多轮Case、Skill路由预期及混淆矩阵、真实Trace规则；本地贷款云虾可验证调用归属。","gap":"继承模式入口明确挂起；总控澄清/兜底/异常输入/上下文专项场景并未形成完整验收集和独立分析口径；真实行内证据仍待业务验证。","evidence":[{"path":"/Users/baibo/915-HN-AgentGate/src/agentgate/domain/case.py","line":38,"claim":"支持多轮用例"},{"path":"/Users/baibo/915-HN-AgentGate/src/agentgate/domain/expectation.py","line":130,"claim":"路由预期"},{"path":"/Users/baibo/915-HN-AgentGate/src/agentgate/optimizer/pipeline.py","line":92,"claim":"混淆矩阵"},{"path":"/Users/baibo/915-HN-AgentGate/src/agentgate/evaluator/rule/execution.py","line":49,"claim":"Skill工具所属范围"},{"path":"/Users/baibo/915-HN-AgentGate/frontend/src/views/evaluation/index.vue","line":384,"claim":"多Skill合并入口已挂起"}],"tests":["tests/test_rule_routing.py","tests/test_execution_path_evaluator.py"],"next_acceptance":"覆盖路由正确/错误、多轮追问、兜底澄清、异常输入的独立验收集，按行内/行外分别跑通；恢复继承模式或确认需求变更。"},{"id":"S6.2","title":"单智能体专项","status":"部分满足","priority":"P1","implemented":"支持答案质量LLM评估、工具调用/参数/策略/输出规则、Trace工具节点和最终输出查看。","gap":"通用能力具备，不等于幻觉、拒答、安全合规、格式稳定性已完成专项业务验收；需要真实MCP调用和对应正反例评估标准。","evidence":[{"path":"/Users/baibo/915-HN-AgentGate/src/agentgate/domain/expectation.py","line":137,"claim":"工具调用与参数契约"},{"path":"/Users/baibo/915-HN-AgentGate/src/agentgate/domain/expectation.py","line":178,"claim":"输出契约"},{"path":"/Users/baibo/915-HN-AgentGate/src/agentgate/domain/expectation.py","line":193,"claim":"策略契约"},{"path":"/Users/baibo/915-HN-AgentGate/frontend/src/views/evaluation/components/TraceExplorer.vue","line":132,"claim":"节点证据展示"}],"tests":["tests/test_rule_policy.py","tests/test_rule_state.py","tests/test_execution_path_evaluator.py"],"next_acceptance":"每类至少正反例+边界例，对真实MCP工具和最终回答一致性提供可追溯结果；幻觉/拒答/安全规则与业务方确认。"},{"id":"S6.3","title":"工作流专项","status":"部分满足","priority":"P1","implemented":"有工作流版本任务、执行路径顺序/遗漏/额外节点/状态检查，以及节点Trace图和JSON证据。","gap":"路径正确性不能替代节点输出与节点间传值断言；未见通用节点数据传递规则及分支/循环覆盖率分析。真实行内工作流覆盖仍待环境验收。","evidence":[{"path":"/Users/baibo/915-HN-AgentGate/src/agentgate/evaluator/rule/execution.py","line":28,"claim":"检查精确路径及节点状态"},{"path":"/Users/baibo/915-HN-AgentGate/src/agentgate/domain/expectation.py","line":205,"claim":"路径契约"},{"path":"/Users/baibo/915-HN-AgentGate/frontend/src/views/evaluation/components/TraceExplorer.vue","line":138,"claim":"可视化节点证据"}],"tests":["tests/test_execution_path_evaluator.py"],"next_acceptance":"分支、循环和异常路径验收集；节点输入/输出与传递映射可断言，失败定位到节点和字段。"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FR-5.7 模型Key配置: 部分满足</a:t>
            </a:r>
          </a:p>
          <a:p xmlns:a="http://schemas.openxmlformats.org/drawingml/2006/main">
            <a:r>
              <a:t>凭据元数据shared/private与AES-256-GCM加密存储已有，行内会话Token按private加密后仅通过credential_ref给执行器。</a:t>
            </a:r>
          </a:p>
          <a:p xmlns:a="http://schemas.openxmlformats.org/drawingml/2006/main">
            <a:r>
              <a:t>任务表单无公共/私有模型Key选择，平台提交契约无对应模型Key引用。</a:t>
            </a:r>
          </a:p>
          <a:p xmlns:a="http://schemas.openxmlformats.org/drawingml/2006/main">
            <a:r>
              <a:t>排队按EvaluationRun.api_key字符串限流，未按凭据scope决定公共/私有路线；平台创建的Run未设置api_key，落入同一None桶。</a:t>
            </a:r>
          </a:p>
          <a:p xmlns:a="http://schemas.openxmlformats.org/drawingml/2006/main">
            <a:r>
              <a:t>通用/evaluations的api_key字段为普通字符串，原样保存且通过/runs返回；若调用者按字段名传真实Key，会绕过专用凭据库加密。已用合成值复现。</a:t>
            </a:r>
          </a:p>
          <a:p xmlns:a="http://schemas.openxmlformats.org/drawingml/2006/main">
            <a:r>
              <a:t>/Users/baibo/915-HN-AgentGate/src/agentgate/domain/credential.py:14</a:t>
            </a:r>
          </a:p>
          <a:p xmlns:a="http://schemas.openxmlformats.org/drawingml/2006/main">
            <a:r>
              <a:t>/Users/baibo/915-HN-AgentGate/src/agentgate/integrations/credentials/encryption.py:27</a:t>
            </a:r>
          </a:p>
          <a:p xmlns:a="http://schemas.openxmlformats.org/drawingml/2006/main">
            <a:r>
              <a:t>/Users/baibo/915-HN-AgentGate/src/agentgate/application/credential_management.py:36</a:t>
            </a:r>
          </a:p>
          <a:p xmlns:a="http://schemas.openxmlformats.org/drawingml/2006/main">
            <a:r>
              <a:t>/Users/baibo/915-HN-AgentGate/src/agentgate/application/agent_platform_evaluation.py:185</a:t>
            </a:r>
          </a:p>
          <a:p xmlns:a="http://schemas.openxmlformats.org/drawingml/2006/main">
            <a:r>
              <a:t>/Users/baibo/915-HN-AgentGate/src/agentgate/application/agent_platform_evaluation.py:228</a:t>
            </a:r>
          </a:p>
          <a:p xmlns:a="http://schemas.openxmlformats.org/drawingml/2006/main">
            <a:r>
              <a:t>/Users/baibo/915-HN-AgentGate/src/agentgate/server/routes/runs.py:44</a:t>
            </a:r>
          </a:p>
          <a:p xmlns:a="http://schemas.openxmlformats.org/drawingml/2006/main">
            <a:r>
              <a:t>/Users/baibo/915-HN-AgentGate/src/agentgate/domain/run.py:161</a:t>
            </a:r>
          </a:p>
          <a:p xmlns:a="http://schemas.openxmlformats.org/drawingml/2006/main">
            <a:r>
              <a:t>/Users/baibo/915-HN-AgentGate/src/agentgate/storage/sqlite.py:1394</a:t>
            </a:r>
          </a:p>
          <a:p xmlns:a="http://schemas.openxmlformats.org/drawingml/2006/main">
            <a:r>
              <a:t>/Users/baibo/915-HN-AgentGate/src/agentgate/application/run_management.py:206</a:t>
            </a:r>
          </a:p>
          <a:p xmlns:a="http://schemas.openxmlformats.org/drawingml/2006/main">
            <a:r>
              <a:t>FR-5.15 A/B对比报告: 部分满足</a:t>
            </a:r>
          </a:p>
          <a:p xmlns:a="http://schemas.openxmlformats.org/drawingml/2006/main">
            <a:r>
              <a:t>真实API及当前页面展示综合分差、维度/指标分差、改善退化计数、用例×评估器结论变化；兼容性检查拒绝不同口径。单任务已有CSV样本导出和标签分析能力。</a:t>
            </a:r>
          </a:p>
          <a:p xmlns:a="http://schemas.openxmlformats.org/drawingml/2006/main">
            <a:r>
              <a:t>缺统计显著性/置信区间、AB标签差异、性能成本比较、输入/输出/Trace真正样本并排、AB badcase分类、AB报告导出。现有并排是任务摘要/结果状态；单任务CSV或任务列表CSV不等于AB报告。</a:t>
            </a:r>
          </a:p>
          <a:p xmlns:a="http://schemas.openxmlformats.org/drawingml/2006/main">
            <a:r>
              <a:t>/Users/baibo/915-HN-AgentGate/src/agentgate/result/comparison.py:87 完整AB契约仅gate/score/metric/case差值</a:t>
            </a:r>
          </a:p>
          <a:p xmlns:a="http://schemas.openxmlformats.org/drawingml/2006/main">
            <a:r>
              <a:t>/Users/baibo/915-HN-AgentGate/src/agentgate/domain/metric.py:12 指标维度不含tag</a:t>
            </a:r>
          </a:p>
          <a:p xmlns:a="http://schemas.openxmlformats.org/drawingml/2006/main">
            <a:r>
              <a:t>/Users/baibo/915-HN-AgentGate/frontend/src/views/evaluation/components/Comparisons.vue:337 页面明确不代表统计显著性</a:t>
            </a:r>
          </a:p>
          <a:p xmlns:a="http://schemas.openxmlformats.org/drawingml/2006/main">
            <a:r>
              <a:t>/Users/baibo/915-HN-AgentGate/frontend/src/views/evaluation/components/Comparisons.vue:389 样本表仅状态变化</a:t>
            </a:r>
          </a:p>
          <a:p xmlns:a="http://schemas.openxmlformats.org/drawingml/2006/main">
            <a:r>
              <a:t>/Users/baibo/915-HN-AgentGate/frontend/src/views/evaluation/components/TaskResults.vue:210 单任务样本CSV</a:t>
            </a:r>
          </a:p>
          <a:p xmlns:a="http://schemas.openxmlformats.org/drawingml/2006/main">
            <a:r>
              <a:t>/Users/baibo/915-HN-AgentGate/frontend/src/views/evaluation/components/TaskList.vue:118 任务摘要CSV</a:t>
            </a:r>
          </a:p>
          <a:p xmlns:a="http://schemas.openxmlformats.org/drawingml/2006/main">
            <a:r>
              <a:t>/Users/baibo/915-HN-AgentGate/src/agentgate/result/analytics.py:245 单Run标签分析已存在</a:t>
            </a:r>
          </a:p>
          <a:p xmlns:a="http://schemas.openxmlformats.org/drawingml/2006/main">
            <a:r>
              <a:t>FR-5.16 多维上线判定: 部分满足</a:t>
            </a:r>
          </a:p>
          <a:p xmlns:a="http://schemas.openxmlformats.org/drawingml/2006/main">
            <a:r>
              <a:t>Run级 fail-closed 门禁依据综合最低分、阻断失败、待复核、缺结果、评估错误输出pass/fail；当前报告能查看原因。</a:t>
            </a:r>
          </a:p>
          <a:p xmlns:a="http://schemas.openxmlformats.org/drawingml/2006/main">
            <a:r>
              <a:t>ReleaseGateSpec只支持minimum_score(默认0.95)，没有标签/核心场景、稳定性、性能、成本、badcase多条件组合；创建API和页面不提供用户门禁配置；AB契约是两侧单Run门禁，非候选上线综合决策。</a:t>
            </a:r>
          </a:p>
          <a:p xmlns:a="http://schemas.openxmlformats.org/drawingml/2006/main">
            <a:r>
              <a:t>/Users/baibo/915-HN-AgentGate/src/agentgate/domain/gate.py:13 只有minimum_score</a:t>
            </a:r>
          </a:p>
          <a:p xmlns:a="http://schemas.openxmlformats.org/drawingml/2006/main">
            <a:r>
              <a:t>/Users/baibo/915-HN-AgentGate/src/agentgate/domain/gate.py:38 固定fail-closed顺序</a:t>
            </a:r>
          </a:p>
          <a:p xmlns:a="http://schemas.openxmlformats.org/drawingml/2006/main">
            <a:r>
              <a:t>/Users/baibo/915-HN-AgentGate/src/agentgate/server/routes/comparisons.py:30 AB创建无门禁参数</a:t>
            </a:r>
          </a:p>
          <a:p xmlns:a="http://schemas.openxmlformats.org/drawingml/2006/main">
            <a:r>
              <a:t>/Users/baibo/915-HN-AgentGate/frontend/src/views/evaluation/components/RunConfiguration.vue:75 只读门禁JSON</a:t>
            </a:r>
          </a:p>
          <a:p xmlns:a="http://schemas.openxmlformats.org/drawingml/2006/main">
            <a:r>
              <a:t>/Users/baibo/915-HN-AgentGate/src/agentgate/result/comparison.py:94 仅基线和候选独立门禁</a:t>
            </a:r>
          </a:p>
          <a:p xmlns:a="http://schemas.openxmlformats.org/drawingml/2006/main">
            <a:r>
              <a:t>FR-5.21 人机结合与闭环: 未满足</a:t>
            </a:r>
          </a:p>
          <a:p xmlns:a="http://schemas.openxmlformats.org/drawingml/2006/main">
            <a:r>
              <a:t>有独立人工标注/失败样本回写草稿、原配置重跑和A/B能力，可人工串联。</a:t>
            </a:r>
          </a:p>
          <a:p xmlns:a="http://schemas.openxmlformats.org/drawingml/2006/main">
            <a:r>
              <a:t>当前优化报告没有采纳/忽略/待确认API或有效UI，没有建议→优化资产版本→新回归→前后A/B的持久化关联及一键动作。旧Analysis.vue里引用的optimization/reviews路由在后端不存在，也未被当前入口使用；不能当完成证据。</a:t>
            </a:r>
          </a:p>
          <a:p xmlns:a="http://schemas.openxmlformats.org/drawingml/2006/main">
            <a:r>
              <a:t>/Users/baibo/915-HN-AgentGate/src/agentgate/server/routes/optimizer.py:36 优化路由仅GET分析</a:t>
            </a:r>
          </a:p>
          <a:p xmlns:a="http://schemas.openxmlformats.org/drawingml/2006/main">
            <a:r>
              <a:t>/Users/baibo/915-HN-AgentGate/frontend/src/views/evaluation/components/ReportEvidenceAnalysis.vue:252 展示建议和人工备注，无建议决策动作</a:t>
            </a:r>
          </a:p>
          <a:p xmlns:a="http://schemas.openxmlformats.org/drawingml/2006/main">
            <a:r>
              <a:t>/Users/baibo/915-HN-AgentGate/src/agentgate/server/routes/results.py:102 已存在样本回写，可复用</a:t>
            </a:r>
          </a:p>
          <a:p xmlns:a="http://schemas.openxmlformats.org/drawingml/2006/main">
            <a:r>
              <a:t>/Users/baibo/915-HN-AgentGate/frontend/src/views/evaluation/components/TaskResults.vue:410 已有原配置重跑</a:t>
            </a:r>
          </a:p>
          <a:p xmlns:a="http://schemas.openxmlformats.org/drawingml/2006/main">
            <a:r>
              <a:t>/Users/baibo/915-HN-AgentGate/frontend/src/views/evaluation/index.vue:33 当前使用UpstreamAnalysis而非旧Analysis</a:t>
            </a:r>
          </a:p>
          <a:p xmlns:a="http://schemas.openxmlformats.org/drawingml/2006/main">
            <a:r>
              <a:t>FR-5.23 版本血缘与资产关联: 部分满足</a:t>
            </a:r>
          </a:p>
          <a:p xmlns:a="http://schemas.openxmlformats.org/drawingml/2006/main">
            <a:r>
              <a:t>后端从不可变run manifest和descriptor生成任务、数据集、用例、目标、Skill、评估器的图，支持资产反向查询；数据集页面显示相关任务列表。</a:t>
            </a:r>
          </a:p>
          <a:p xmlns:a="http://schemas.openxmlformats.org/drawingml/2006/main">
            <a:r>
              <a:t>当前TaskResults未挂载RunLineage；旧RunLineage也只是资产表。图模型无A/B实验节点，只有run。行内Skill版本定义缺真实接口时不能补造版本。当前智能体拓扑只是结构，不是版本血缘。</a:t>
            </a:r>
          </a:p>
          <a:p xmlns:a="http://schemas.openxmlformats.org/drawingml/2006/main">
            <a:r>
              <a:t>/Users/baibo/915-HN-AgentGate/src/agentgate/application/lineage_queries.py:39 节点枚举无实验节点</a:t>
            </a:r>
          </a:p>
          <a:p xmlns:a="http://schemas.openxmlformats.org/drawingml/2006/main">
            <a:r>
              <a:t>/Users/baibo/915-HN-AgentGate/src/agentgate/application/lineage_queries.py:333 从真实manifest和descriptor构图</a:t>
            </a:r>
          </a:p>
          <a:p xmlns:a="http://schemas.openxmlformats.org/drawingml/2006/main">
            <a:r>
              <a:t>/Users/baibo/915-HN-AgentGate/frontend/src/views/evaluation/index.vue:30 实际加载TaskResults</a:t>
            </a:r>
          </a:p>
          <a:p xmlns:a="http://schemas.openxmlformats.org/drawingml/2006/main">
            <a:r>
              <a:t>/Users/baibo/915-HN-AgentGate/frontend/src/views/evaluation/components/RunLineage.vue:47 旧组件仅资产表</a:t>
            </a:r>
          </a:p>
          <a:p xmlns:a="http://schemas.openxmlformats.org/drawingml/2006/main">
            <a:r>
              <a:t>/Users/baibo/915-HN-AgentGate/frontend/src/views/datasets/index.vue:783 相关任务列表仅最近200条筛选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建议基于全部24项审计结论。此页为决策建议，不声称业务已批准缩减范围。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推荐验收用例为本次审计提出，未实际执行。原始需求第5至8章与项目行内/行外约束。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原文/Users/baibo/912-original requirement/智能体测评需求说明书.md FR-5.3、FR-5.11、§7.1、§5.3、FR-5.22。README.md:76与docs/architecture.md:85前端入口不一致。docs/result/ab-testing-implementation-plan.md的历史无Web/无关联描述已过时。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FR-5.1 批量测评对象覆盖: 部分满足</a:t>
            </a:r>
          </a:p>
          <a:p xmlns:a="http://schemas.openxmlformats.org/drawingml/2006/main">
            <a:r>
              <a:t>三类对象已有共同任务入口和结果路径；本地贷款 base/workflow/cloudshrimp，行内 ChatABC/云虾适配，版本和分支选择。</a:t>
            </a:r>
          </a:p>
          <a:p xmlns:a="http://schemas.openxmlformats.org/drawingml/2006/main">
            <a:r>
              <a:t>云虾继承/新建两种来源的产品流程未完整形成，继承合并缺失。</a:t>
            </a:r>
          </a:p>
          <a:p xmlns:a="http://schemas.openxmlformats.org/drawingml/2006/main">
            <a:r>
              <a:t>真实行内平台端到端验收仍未提供，现有证据主要为本机协议测试和行外贷款连通性。</a:t>
            </a:r>
          </a:p>
          <a:p xmlns:a="http://schemas.openxmlformats.org/drawingml/2006/main">
            <a:r>
              <a:t>/Users/baibo/915-HN-AgentGate/src/agentgate/server/routes/bank_targets.py:22</a:t>
            </a:r>
          </a:p>
          <a:p xmlns:a="http://schemas.openxmlformats.org/drawingml/2006/main">
            <a:r>
              <a:t>/Users/baibo/915-HN-AgentGate/src/agentgate/application/agent_platform_evaluation.py:99</a:t>
            </a:r>
          </a:p>
          <a:p xmlns:a="http://schemas.openxmlformats.org/drawingml/2006/main">
            <a:r>
              <a:t>/Users/baibo/915-HN-AgentGate/frontend/src/views/evaluation/components/EvaluationTaskForm.vue:39</a:t>
            </a:r>
          </a:p>
          <a:p xmlns:a="http://schemas.openxmlformats.org/drawingml/2006/main">
            <a:r>
              <a:t>/Users/baibo/915-HN-AgentGate/docs/inbank-evidence-acceptance.md:52</a:t>
            </a:r>
          </a:p>
          <a:p xmlns:a="http://schemas.openxmlformats.org/drawingml/2006/main">
            <a:r>
              <a:t>/Users/baibo/915-HN-AgentGate/docs/bank-agents/delivery-verification-20261008.md:11</a:t>
            </a:r>
          </a:p>
          <a:p xmlns:a="http://schemas.openxmlformats.org/drawingml/2006/main">
            <a:r>
              <a:t>FR-5.2 云虾继承模式: 未满足</a:t>
            </a:r>
          </a:p>
          <a:p xmlns:a="http://schemas.openxmlformats.org/drawingml/2006/main">
            <a:r>
              <a:t>已有普通测评集管理、导入、复制和版本能力。</a:t>
            </a:r>
          </a:p>
          <a:p xmlns:a="http://schemas.openxmlformats.org/drawingml/2006/main">
            <a:r>
              <a:t>未发现多选Skill测评集并合并、按内容去重且保留多个Skill原归属、显示来源关系并直接测评的入口/服务/模型。</a:t>
            </a:r>
          </a:p>
          <a:p xmlns:a="http://schemas.openxmlformats.org/drawingml/2006/main">
            <a:r>
              <a:t>导入向导的多行合并为多轮属于同一用例导入，不等价于Skill测评集合并。</a:t>
            </a:r>
          </a:p>
          <a:p xmlns:a="http://schemas.openxmlformats.org/drawingml/2006/main">
            <a:r>
              <a:t>/Users/baibo/915-HN-AgentGate/src/agentgate/domain/case.py:59</a:t>
            </a:r>
          </a:p>
          <a:p xmlns:a="http://schemas.openxmlformats.org/drawingml/2006/main">
            <a:r>
              <a:t>/Users/baibo/915-HN-AgentGate/src/agentgate/domain/dataset.py</a:t>
            </a:r>
          </a:p>
          <a:p xmlns:a="http://schemas.openxmlformats.org/drawingml/2006/main">
            <a:r>
              <a:t>/Users/baibo/915-HN-AgentGate/src/agentgate/application/dataset_management.py</a:t>
            </a:r>
          </a:p>
          <a:p xmlns:a="http://schemas.openxmlformats.org/drawingml/2006/main">
            <a:r>
              <a:t>/Users/baibo/915-HN-AgentGate/frontend/src/views/datasets/components/SampleImportWizard.vue:230</a:t>
            </a:r>
          </a:p>
          <a:p xmlns:a="http://schemas.openxmlformats.org/drawingml/2006/main">
            <a:r>
              <a:t>FR-5.3 云虾新建模式: 部分满足</a:t>
            </a:r>
          </a:p>
          <a:p xmlns:a="http://schemas.openxmlformats.org/drawingml/2006/main">
            <a:r>
              <a:t>可独立新建测评集，单/多轮问题、预期、标签、难度、初始状态，以及Excel/接口/页面编辑已有基础。</a:t>
            </a:r>
          </a:p>
          <a:p xmlns:a="http://schemas.openxmlformats.org/drawingml/2006/main">
            <a:r>
              <a:t>运行端平台/贷款目标目前限制纯txt输入，变量动态替换和文件引用未形成端到端契约。</a:t>
            </a:r>
          </a:p>
          <a:p xmlns:a="http://schemas.openxmlformats.org/drawingml/2006/main">
            <a:r>
              <a:t>CaseTurn.input虽是开放JSON，不能据此宣称变量、文件引用已可实际执行。</a:t>
            </a:r>
          </a:p>
          <a:p xmlns:a="http://schemas.openxmlformats.org/drawingml/2006/main">
            <a:r>
              <a:t>/Users/baibo/915-HN-AgentGate/src/agentgate/domain/case.py:38</a:t>
            </a:r>
          </a:p>
          <a:p xmlns:a="http://schemas.openxmlformats.org/drawingml/2006/main">
            <a:r>
              <a:t>/Users/baibo/915-HN-AgentGate/src/agentgate/domain/case.py:64</a:t>
            </a:r>
          </a:p>
          <a:p xmlns:a="http://schemas.openxmlformats.org/drawingml/2006/main">
            <a:r>
              <a:t>/Users/baibo/915-HN-AgentGate/src/agentgate/dataset/formats/xlsx.py:19</a:t>
            </a:r>
          </a:p>
          <a:p xmlns:a="http://schemas.openxmlformats.org/drawingml/2006/main">
            <a:r>
              <a:t>/Users/baibo/915-HN-AgentGate/frontend/src/views/datasets/components/DatasetCreateForm.vue:147</a:t>
            </a:r>
          </a:p>
          <a:p xmlns:a="http://schemas.openxmlformats.org/drawingml/2006/main">
            <a:r>
              <a:t>/Users/baibo/915-HN-AgentGate/frontend/src/views/evaluation/components/EvaluationTaskForm.vue:613</a:t>
            </a:r>
          </a:p>
          <a:p xmlns:a="http://schemas.openxmlformats.org/drawingml/2006/main">
            <a:r>
              <a:t>/Users/baibo/915-HN-AgentGate/src/agentgate/server/routes/bank_targets.py:77</a:t>
            </a:r>
          </a:p>
          <a:p xmlns:a="http://schemas.openxmlformats.org/drawingml/2006/main">
            <a:r>
              <a:t>FR-5.4 原智能体模式: 部分满足</a:t>
            </a:r>
          </a:p>
          <a:p xmlns:a="http://schemas.openxmlformats.org/drawingml/2006/main">
            <a:r>
              <a:t>单智能体、工作流和历史版本选择/提交/统一结果已实现；平台两版本比较已接入；本地贷款新增双版本正在并行完善。</a:t>
            </a:r>
          </a:p>
          <a:p xmlns:a="http://schemas.openxmlformats.org/drawingml/2006/main">
            <a:r>
              <a:t>行内真实网关/Trace/BJS合同需要客户环境验收；本机协议模拟不可替代。</a:t>
            </a:r>
          </a:p>
          <a:p xmlns:a="http://schemas.openxmlformats.org/drawingml/2006/main">
            <a:r>
              <a:t>当前工作区版本目录变更仍有1项聚焦测试未通过。</a:t>
            </a:r>
          </a:p>
          <a:p xmlns:a="http://schemas.openxmlformats.org/drawingml/2006/main">
            <a:r>
              <a:t>/Users/baibo/915-HN-AgentGate/src/agentgate/server/routes/agent_platform.py:35</a:t>
            </a:r>
          </a:p>
          <a:p xmlns:a="http://schemas.openxmlformats.org/drawingml/2006/main">
            <a:r>
              <a:t>/Users/baibo/915-HN-AgentGate/src/agentgate/application/agent_platform_evaluation.py:110</a:t>
            </a:r>
          </a:p>
          <a:p xmlns:a="http://schemas.openxmlformats.org/drawingml/2006/main">
            <a:r>
              <a:t>/Users/baibo/915-HN-AgentGate/frontend/src/api/agent-platform.ts:484</a:t>
            </a:r>
          </a:p>
          <a:p xmlns:a="http://schemas.openxmlformats.org/drawingml/2006/main">
            <a:r>
              <a:t>/Users/baibo/915-HN-AgentGate/docs/inbank-evidence-acceptance.md:52</a:t>
            </a:r>
          </a:p>
          <a:p xmlns:a="http://schemas.openxmlformats.org/drawingml/2006/main">
            <a:r>
              <a:t>FR-5.5 统一执行引擎: 已满足</a:t>
            </a:r>
          </a:p>
          <a:p xmlns:a="http://schemas.openxmlformats.org/drawingml/2006/main">
            <a:r>
              <a:t>不同目标通过TargetAdapter进入同一RunManagement/RunEngine，持久化EvaluationRun、结果、任务关联与列表共用。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/Users/baibo/915-HN-AgentGate/src/agentgate/run/engine.py:62</a:t>
            </a:r>
          </a:p>
          <a:p xmlns:a="http://schemas.openxmlformats.org/drawingml/2006/main">
            <a:r>
              <a:t>/Users/baibo/915-HN-AgentGate/src/agentgate/run/engine.py:113</a:t>
            </a:r>
          </a:p>
          <a:p xmlns:a="http://schemas.openxmlformats.org/drawingml/2006/main">
            <a:r>
              <a:t>/Users/baibo/915-HN-AgentGate/src/agentgate/application/agent_platform_evaluation.py:201</a:t>
            </a:r>
          </a:p>
          <a:p xmlns:a="http://schemas.openxmlformats.org/drawingml/2006/main">
            <a:r>
              <a:t>/Users/baibo/915-HN-AgentGate/src/agentgate/server/routes/bank_targets.py:67</a:t>
            </a:r>
          </a:p>
          <a:p xmlns:a="http://schemas.openxmlformats.org/drawingml/2006/main">
            <a:r>
              <a:t>/Users/baibo/915-HN-AgentGate/src/agentgate/server/routes/evaluation_tasks.py:22</a:t>
            </a:r>
          </a:p>
          <a:p xmlns:a="http://schemas.openxmlformats.org/drawingml/2006/main">
            <a:r>
              <a:t>FR-5.6 执行参数配置: 部分满足</a:t>
            </a:r>
          </a:p>
          <a:p xmlns:a="http://schemas.openxmlformats.org/drawingml/2006/main">
            <a:r>
              <a:t>并发、单条超时、失败重试参数与持久化清单已有；基础设施失败按有界指数退避重试。支持全部/手选用例。</a:t>
            </a:r>
          </a:p>
          <a:p xmlns:a="http://schemas.openxmlformats.org/drawingml/2006/main">
            <a:r>
              <a:t>未发现采样率/采样seed及生效逻辑，仅case_ids手选。</a:t>
            </a:r>
          </a:p>
          <a:p xmlns:a="http://schemas.openxmlformats.org/drawingml/2006/main">
            <a:r>
              <a:t>前端及平台API并发上限30（Demo通用API32）；行内和本地贷款实际约束并发1、重试0。</a:t>
            </a:r>
          </a:p>
          <a:p xmlns:a="http://schemas.openxmlformats.org/drawingml/2006/main">
            <a:r>
              <a:t>重试仅rate_limited/timeout/unavailable，业务错答/评估器失败不会重试，需明确文档口径。</a:t>
            </a:r>
          </a:p>
          <a:p xmlns:a="http://schemas.openxmlformats.org/drawingml/2006/main">
            <a:r>
              <a:t>/Users/baibo/915-HN-AgentGate/src/agentgate/domain/run.py:42</a:t>
            </a:r>
          </a:p>
          <a:p xmlns:a="http://schemas.openxmlformats.org/drawingml/2006/main">
            <a:r>
              <a:t>/Users/baibo/915-HN-AgentGate/src/agentgate/server/routes/agent_platform.py:69</a:t>
            </a:r>
          </a:p>
          <a:p xmlns:a="http://schemas.openxmlformats.org/drawingml/2006/main">
            <a:r>
              <a:t>/Users/baibo/915-HN-AgentGate/src/agentgate/server/routes/runs.py:40</a:t>
            </a:r>
          </a:p>
          <a:p xmlns:a="http://schemas.openxmlformats.org/drawingml/2006/main">
            <a:r>
              <a:t>/Users/baibo/915-HN-AgentGate/src/agentgate/application/agent_platform_evaluation.py:100</a:t>
            </a:r>
          </a:p>
          <a:p xmlns:a="http://schemas.openxmlformats.org/drawingml/2006/main">
            <a:r>
              <a:t>/Users/baibo/915-HN-AgentGate/src/agentgate/server/routes/bank_targets.py:71</a:t>
            </a:r>
          </a:p>
          <a:p xmlns:a="http://schemas.openxmlformats.org/drawingml/2006/main">
            <a:r>
              <a:t>/Users/baibo/915-HN-AgentGate/src/agentgate/run/retry.py:8</a:t>
            </a:r>
          </a:p>
          <a:p xmlns:a="http://schemas.openxmlformats.org/drawingml/2006/main">
            <a:r>
              <a:t>/Users/baibo/915-HN-AgentGate/frontend/src/views/evaluation/components/EvaluationTaskForm.vue:535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FR-5.7 模型Key配置: 部分满足</a:t>
            </a:r>
          </a:p>
          <a:p xmlns:a="http://schemas.openxmlformats.org/drawingml/2006/main">
            <a:r>
              <a:t>凭据元数据shared/private与AES-256-GCM加密存储已有，行内会话Token按private加密后仅通过credential_ref给执行器。</a:t>
            </a:r>
          </a:p>
          <a:p xmlns:a="http://schemas.openxmlformats.org/drawingml/2006/main">
            <a:r>
              <a:t>任务表单无公共/私有模型Key选择，平台提交契约无对应模型Key引用。</a:t>
            </a:r>
          </a:p>
          <a:p xmlns:a="http://schemas.openxmlformats.org/drawingml/2006/main">
            <a:r>
              <a:t>排队按EvaluationRun.api_key字符串限流，未按凭据scope决定公共/私有路线；平台创建的Run未设置api_key，落入同一None桶。</a:t>
            </a:r>
          </a:p>
          <a:p xmlns:a="http://schemas.openxmlformats.org/drawingml/2006/main">
            <a:r>
              <a:t>通用/evaluations的api_key字段为普通字符串，原样保存且通过/runs返回；若调用者按字段名传真实Key，会绕过专用凭据库加密。已用合成值复现。</a:t>
            </a:r>
          </a:p>
          <a:p xmlns:a="http://schemas.openxmlformats.org/drawingml/2006/main">
            <a:r>
              <a:t>/Users/baibo/915-HN-AgentGate/src/agentgate/domain/credential.py:14</a:t>
            </a:r>
          </a:p>
          <a:p xmlns:a="http://schemas.openxmlformats.org/drawingml/2006/main">
            <a:r>
              <a:t>/Users/baibo/915-HN-AgentGate/src/agentgate/integrations/credentials/encryption.py:27</a:t>
            </a:r>
          </a:p>
          <a:p xmlns:a="http://schemas.openxmlformats.org/drawingml/2006/main">
            <a:r>
              <a:t>/Users/baibo/915-HN-AgentGate/src/agentgate/application/credential_management.py:36</a:t>
            </a:r>
          </a:p>
          <a:p xmlns:a="http://schemas.openxmlformats.org/drawingml/2006/main">
            <a:r>
              <a:t>/Users/baibo/915-HN-AgentGate/src/agentgate/application/agent_platform_evaluation.py:185</a:t>
            </a:r>
          </a:p>
          <a:p xmlns:a="http://schemas.openxmlformats.org/drawingml/2006/main">
            <a:r>
              <a:t>/Users/baibo/915-HN-AgentGate/src/agentgate/application/agent_platform_evaluation.py:228</a:t>
            </a:r>
          </a:p>
          <a:p xmlns:a="http://schemas.openxmlformats.org/drawingml/2006/main">
            <a:r>
              <a:t>/Users/baibo/915-HN-AgentGate/src/agentgate/server/routes/runs.py:44</a:t>
            </a:r>
          </a:p>
          <a:p xmlns:a="http://schemas.openxmlformats.org/drawingml/2006/main">
            <a:r>
              <a:t>/Users/baibo/915-HN-AgentGate/src/agentgate/domain/run.py:161</a:t>
            </a:r>
          </a:p>
          <a:p xmlns:a="http://schemas.openxmlformats.org/drawingml/2006/main">
            <a:r>
              <a:t>/Users/baibo/915-HN-AgentGate/src/agentgate/storage/sqlite.py:1394</a:t>
            </a:r>
          </a:p>
          <a:p xmlns:a="http://schemas.openxmlformats.org/drawingml/2006/main">
            <a:r>
              <a:t>/Users/baibo/915-HN-AgentGate/src/agentgate/application/run_management.py:206</a:t>
            </a:r>
          </a:p>
          <a:p xmlns:a="http://schemas.openxmlformats.org/drawingml/2006/main">
            <a:r>
              <a:t>FR-5.8 测评关系图谱和结果可视化: 部分满足</a:t>
            </a:r>
          </a:p>
          <a:p xmlns:a="http://schemas.openxmlformats.org/drawingml/2006/main">
            <a:r>
              <a:t>后端按评估器、标签、难度、失败类型汇总；当前页面有总体分、通过率、评估器样本列、分数/标签过滤和可交互Trace节点图；任务配置可看智能体拓扑。</a:t>
            </a:r>
          </a:p>
          <a:p xmlns:a="http://schemas.openxmlformats.org/drawingml/2006/main">
            <a:r>
              <a:t>当前任务详情未接入得分/失败/标签分布图及完整资产版本图。Trace执行节点图、目标拓扑不能替代任务→测评集版本→智能体版本→Skill版本血缘。</a:t>
            </a:r>
          </a:p>
          <a:p xmlns:a="http://schemas.openxmlformats.org/drawingml/2006/main">
            <a:r>
              <a:t>/Users/baibo/915-HN-AgentGate/src/agentgate/result/analytics.py:208 真实统计覆盖标签与失败类型</a:t>
            </a:r>
          </a:p>
          <a:p xmlns:a="http://schemas.openxmlformats.org/drawingml/2006/main">
            <a:r>
              <a:t>/Users/baibo/915-HN-AgentGate/src/agentgate/server/routes/results.py:50 analytics可用API</a:t>
            </a:r>
          </a:p>
          <a:p xmlns:a="http://schemas.openxmlformats.org/drawingml/2006/main">
            <a:r>
              <a:t>/Users/baibo/915-HN-AgentGate/frontend/src/views/evaluation/components/TaskResults.vue:278 实际任务详情三类页签；指标和筛选以卡片/表格呈现</a:t>
            </a:r>
          </a:p>
          <a:p xmlns:a="http://schemas.openxmlformats.org/drawingml/2006/main">
            <a:r>
              <a:t>/Users/baibo/915-HN-AgentGate/frontend/src/views/evaluation/components/TraceExplorer.vue:132 真实执行Trace图，可点击定位JSON</a:t>
            </a:r>
          </a:p>
          <a:p xmlns:a="http://schemas.openxmlformats.org/drawingml/2006/main">
            <a:r>
              <a:t>/Users/baibo/915-HN-AgentGate/frontend/src/views/evaluation/components/EvaluationTaskForm.vue:1071 当前目标拓扑使用TargetStructure</a:t>
            </a:r>
          </a:p>
          <a:p xmlns:a="http://schemas.openxmlformats.org/drawingml/2006/main">
            <a:r>
              <a:t>FR-5.9 评估器独立管理: 已满足</a:t>
            </a:r>
          </a:p>
          <a:p xmlns:a="http://schemas.openxmlformats.org/drawingml/2006/main">
            <a:r>
              <a:t>后端持久化目录、草稿、发布、启停、版本读取均存在；当前 JudgeSystem 页面可独立创建规则评估器和 LLM 评估器，任务必选已有发布评估器。规则新建为复用注册实现，非任意代码。</a:t>
            </a:r>
          </a:p>
          <a:p xmlns:a="http://schemas.openxmlformats.org/drawingml/2006/main">
            <a:r>
              <a:t>基础独立资产与复用要求已覆盖；复合配置的当前页面可达性另见 FR-5.10。</a:t>
            </a:r>
          </a:p>
          <a:p xmlns:a="http://schemas.openxmlformats.org/drawingml/2006/main">
            <a:r>
              <a:t>/Users/baibo/915-HN-AgentGate/src/agentgate/server/routes/evaluators.py:150 独立目录与CRUD/发布路由</a:t>
            </a:r>
          </a:p>
          <a:p xmlns:a="http://schemas.openxmlformats.org/drawingml/2006/main">
            <a:r>
              <a:t>/Users/baibo/915-HN-AgentGate/frontend/src/views/evaluation/components/JudgeSystem.vue:369 当前评估器管理页与规则/LLM新建</a:t>
            </a:r>
          </a:p>
          <a:p xmlns:a="http://schemas.openxmlformats.org/drawingml/2006/main">
            <a:r>
              <a:t>/Users/baibo/915-HN-AgentGate/frontend/src/views/evaluation/components/RuleEvaluatorCreate.vue:17 规则创建发布并启用真实API</a:t>
            </a:r>
          </a:p>
          <a:p xmlns:a="http://schemas.openxmlformats.org/drawingml/2006/main">
            <a:r>
              <a:t>/Users/baibo/915-HN-AgentGate/frontend/src/views/evaluation/components/EvaluationTaskForm.vue:569 至少选择一评估器</a:t>
            </a:r>
          </a:p>
          <a:p xmlns:a="http://schemas.openxmlformats.org/drawingml/2006/main">
            <a:r>
              <a:t>FR-5.10 规则、LLM、复合评估器: 部分满足</a:t>
            </a:r>
          </a:p>
          <a:p xmlns:a="http://schemas.openxmlformats.org/drawingml/2006/main">
            <a:r>
              <a:t>后端规则支持正则、JSON schema、字段判断；LLM按Prompt结构化打分；CompositeEvaluator支持固定版本子评估器加权聚合，后台聚焦测试通过。</a:t>
            </a:r>
          </a:p>
          <a:p xmlns:a="http://schemas.openxmlformats.org/drawingml/2006/main">
            <a:r>
              <a:t>当前路由加载 JudgeSystem，仅展示规则/LLM两个类别；普通任务 TaskEvaluatorPicker 的 kinds 也仅为 rule/llm_judge。旧 Evaluators.vue 具有复合编辑，但当前主路由未加载，不能算普通用户可完成复合创建选用。</a:t>
            </a:r>
          </a:p>
          <a:p xmlns:a="http://schemas.openxmlformats.org/drawingml/2006/main">
            <a:r>
              <a:t>/Users/baibo/915-HN-AgentGate/src/agentgate/evaluator/rule/operators.py:11 正则、JSON校验、字段等运算类型</a:t>
            </a:r>
          </a:p>
          <a:p xmlns:a="http://schemas.openxmlformats.org/drawingml/2006/main">
            <a:r>
              <a:t>/Users/baibo/915-HN-AgentGate/src/agentgate/evaluator/hybrid.py:23 固定子结果加权聚合</a:t>
            </a:r>
          </a:p>
          <a:p xmlns:a="http://schemas.openxmlformats.org/drawingml/2006/main">
            <a:r>
              <a:t>/Users/baibo/915-HN-AgentGate/frontend/src/views/evaluation/index.vue:401 当前实际加载JudgeSystem</a:t>
            </a:r>
          </a:p>
          <a:p xmlns:a="http://schemas.openxmlformats.org/drawingml/2006/main">
            <a:r>
              <a:t>/Users/baibo/915-HN-AgentGate/frontend/src/views/evaluation/components/JudgeSystem.vue:385 仅规则与LLM页签</a:t>
            </a:r>
          </a:p>
          <a:p xmlns:a="http://schemas.openxmlformats.org/drawingml/2006/main">
            <a:r>
              <a:t>/Users/baibo/915-HN-AgentGate/frontend/src/views/evaluation/components/TaskEvaluatorPicker.vue:36 任务选择仅两类</a:t>
            </a:r>
          </a:p>
          <a:p xmlns:a="http://schemas.openxmlformats.org/drawingml/2006/main">
            <a:r>
              <a:t>FR-5.11 强制量化输出: 部分满足</a:t>
            </a:r>
          </a:p>
          <a:p xmlns:a="http://schemas.openxmlformats.org/drawingml/2006/main">
            <a:r>
              <a:t>PASS/FAIL/REVIEW 均强制0~1数值分数与非空原因，结果页面可查看；ERROR/NOT_APPLICABLE 强制 score=null，不会伪造分数。</a:t>
            </a:r>
          </a:p>
          <a:p xmlns:a="http://schemas.openxmlformats.org/drawingml/2006/main">
            <a:r>
              <a:t>原文要求“每条用例每个评估器均有数值分数”与当前 error/不适用不计分策略不完全一致。属于需明确验收口径的需求差异，不建议直接给异常造0分。</a:t>
            </a:r>
          </a:p>
          <a:p xmlns:a="http://schemas.openxmlformats.org/drawingml/2006/main">
            <a:r>
              <a:t>/Users/baibo/915-HN-AgentGate/src/agentgate/domain/result.py:204 分数与原因字段</a:t>
            </a:r>
          </a:p>
          <a:p xmlns:a="http://schemas.openxmlformats.org/drawingml/2006/main">
            <a:r>
              <a:t>/Users/baibo/915-HN-AgentGate/src/agentgate/domain/result.py:244 error/NA强制空分，适用结果强制有分</a:t>
            </a:r>
          </a:p>
          <a:p xmlns:a="http://schemas.openxmlformats.org/drawingml/2006/main">
            <a:r>
              <a:t>/Users/baibo/915-HN-AgentGate/frontend/src/views/evaluation/components/ResultEvaluationCard.vue:48 分数显示与原始评估记录</a:t>
            </a:r>
          </a:p>
          <a:p xmlns:a="http://schemas.openxmlformats.org/drawingml/2006/main">
            <a:r>
              <a:t>FR-5.12 评估器版本管理: 部分满足</a:t>
            </a:r>
          </a:p>
          <a:p xmlns:a="http://schemas.openxmlformats.org/drawingml/2006/main">
            <a:r>
              <a:t>草稿发布不可变新版本、精确版本API、RunManifest固化ID/版本/hash；NewComparison可选择历史版本，API测试验证旧版本在新发布后仍使用。</a:t>
            </a:r>
          </a:p>
          <a:p xmlns:a="http://schemas.openxmlformats.org/drawingml/2006/main">
            <a:r>
              <a:t>统一任务创建表单 snapshot.evaluatorRefs 直接取 latest_version，没有任意历史版本选择；行内/行外主任务流程尚未统一提供“选择具体历史评估器版本”，虽提交时已锁定当时版本。</a:t>
            </a:r>
          </a:p>
          <a:p xmlns:a="http://schemas.openxmlformats.org/drawingml/2006/main">
            <a:r>
              <a:t>/Users/baibo/915-HN-AgentGate/src/agentgate/server/routes/evaluators.py:230 历史版本API</a:t>
            </a:r>
          </a:p>
          <a:p xmlns:a="http://schemas.openxmlformats.org/drawingml/2006/main">
            <a:r>
              <a:t>/Users/baibo/915-HN-AgentGate/src/agentgate/domain/run.py:116 Manifest中固化评估器版本/hash</a:t>
            </a:r>
          </a:p>
          <a:p xmlns:a="http://schemas.openxmlformats.org/drawingml/2006/main">
            <a:r>
              <a:t>/Users/baibo/915-HN-AgentGate/frontend/src/views/evaluation/components/NewComparison.vue:213 历史版本下拉框</a:t>
            </a:r>
          </a:p>
          <a:p xmlns:a="http://schemas.openxmlformats.org/drawingml/2006/main">
            <a:r>
              <a:t>/Users/baibo/915-HN-AgentGate/frontend/src/views/evaluation/components/EvaluationTaskForm.vue:581 主任务仅取latest_version</a:t>
            </a:r>
          </a:p>
          <a:p xmlns:a="http://schemas.openxmlformats.org/drawingml/2006/main">
            <a:r>
              <a:t>/Users/baibo/915-HN-AgentGate/tests/test_result_comparison_api.py:62 历史版本AB提交测试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FR-5.13-Q13 公共Key任务排队（原文重复编号）: 部分满足</a:t>
            </a:r>
          </a:p>
          <a:p xmlns:a="http://schemas.openxmlformats.org/drawingml/2006/main">
            <a:r>
              <a:t>存在按api_key分桶的活跃Run上限（默认10）、WAITING状态、按创建先后释放以及预约到期调度。PENDING状态在当前团队中可计算queue_position并在详情展示。</a:t>
            </a:r>
          </a:p>
          <a:p xmlns:a="http://schemas.openxmlformats.org/drawingml/2006/main">
            <a:r>
              <a:t>未连接公共/私有Key scope路由。</a:t>
            </a:r>
          </a:p>
          <a:p xmlns:a="http://schemas.openxmlformats.org/drawingml/2006/main">
            <a:r>
              <a:t>queue_position仅统计当前团队PENDING；受资源限流的WAITING没有序号，非公共Key全局排名。</a:t>
            </a:r>
          </a:p>
          <a:p xmlns:a="http://schemas.openxmlformats.org/drawingml/2006/main">
            <a:r>
              <a:t>缺预计开始/完成时间。</a:t>
            </a:r>
          </a:p>
          <a:p xmlns:a="http://schemas.openxmlformats.org/drawingml/2006/main">
            <a:r>
              <a:t>先count后claim不能单凭现有顺序单测证明多调度实例下严格总并发上限/FIFO。</a:t>
            </a:r>
          </a:p>
          <a:p xmlns:a="http://schemas.openxmlformats.org/drawingml/2006/main">
            <a:r>
              <a:t>/Users/baibo/915-HN-AgentGate/src/agentgate/application/run_scheduling.py:15</a:t>
            </a:r>
          </a:p>
          <a:p xmlns:a="http://schemas.openxmlformats.org/drawingml/2006/main">
            <a:r>
              <a:t>/Users/baibo/915-HN-AgentGate/src/agentgate/application/run_scheduling.py:123</a:t>
            </a:r>
          </a:p>
          <a:p xmlns:a="http://schemas.openxmlformats.org/drawingml/2006/main">
            <a:r>
              <a:t>/Users/baibo/915-HN-AgentGate/src/agentgate/application/result_reader.py:97</a:t>
            </a:r>
          </a:p>
          <a:p xmlns:a="http://schemas.openxmlformats.org/drawingml/2006/main">
            <a:r>
              <a:t>/Users/baibo/915-HN-AgentGate/src/agentgate/application/result_reader.py:31</a:t>
            </a:r>
          </a:p>
          <a:p xmlns:a="http://schemas.openxmlformats.org/drawingml/2006/main">
            <a:r>
              <a:t>/Users/baibo/915-HN-AgentGate/src/agentgate/storage/sqlite.py:1798</a:t>
            </a:r>
          </a:p>
          <a:p xmlns:a="http://schemas.openxmlformats.org/drawingml/2006/main">
            <a:r>
              <a:t>/Users/baibo/915-HN-AgentGate/frontend/src/views/evaluation/components/RunDetail.vue</a:t>
            </a:r>
          </a:p>
          <a:p xmlns:a="http://schemas.openxmlformats.org/drawingml/2006/main">
            <a:r>
              <a:t>FR-5.13-AB A/B实验创建（原文编号与排队重复）: 部分满足</a:t>
            </a:r>
          </a:p>
          <a:p xmlns:a="http://schemas.openxmlformats.org/drawingml/2006/main">
            <a:r>
              <a:t>两版本共享测评集/评估器/执行参数/门禁；持久化 EvaluationTask 关联两个Run，当前任务页有AB入口与历史记录；行内目录/token和行外local目录/token在主表单区分。</a:t>
            </a:r>
          </a:p>
          <a:p xmlns:a="http://schemas.openxmlformats.org/drawingml/2006/main">
            <a:r>
              <a:t>AB领域明确 exactly 2 runs，不能一次创建3+版本；不同入口参数暴露不一致（Demo比较API无执行参数，平台AB仅超时且并发固定1、重试0）。贷款多版本本次正处未提交开发中，不能作为完成验收。</a:t>
            </a:r>
          </a:p>
          <a:p xmlns:a="http://schemas.openxmlformats.org/drawingml/2006/main">
            <a:r>
              <a:t>/Users/baibo/915-HN-AgentGate/src/agentgate/domain/evaluation_task.py:72 AB仅两Run</a:t>
            </a:r>
          </a:p>
          <a:p xmlns:a="http://schemas.openxmlformats.org/drawingml/2006/main">
            <a:r>
              <a:t>/Users/baibo/915-HN-AgentGate/src/agentgate/application/ab_testing.py:73 控制变量签名</a:t>
            </a:r>
          </a:p>
          <a:p xmlns:a="http://schemas.openxmlformats.org/drawingml/2006/main">
            <a:r>
              <a:t>/Users/baibo/915-HN-AgentGate/frontend/src/views/evaluation/components/EvaluationTaskForm.vue:39 双模式目录/token路由</a:t>
            </a:r>
          </a:p>
          <a:p xmlns:a="http://schemas.openxmlformats.org/drawingml/2006/main">
            <a:r>
              <a:t>/Users/baibo/915-HN-AgentGate/src/agentgate/server/routes/agent_platform.py:317 平台AB真实API</a:t>
            </a:r>
          </a:p>
          <a:p xmlns:a="http://schemas.openxmlformats.org/drawingml/2006/main">
            <a:r>
              <a:t>/Users/baibo/915-HN-AgentGate/src/agentgate/application/agent_platform_evaluation.py:333 共享两版本创建与固定并发重试</a:t>
            </a:r>
          </a:p>
          <a:p xmlns:a="http://schemas.openxmlformats.org/drawingml/2006/main">
            <a:r>
              <a:t>/Users/baibo/915-HN-AgentGate/src/agentgate/server/routes/evaluation_tasks.py:22 任务历史列表</a:t>
            </a:r>
          </a:p>
          <a:p xmlns:a="http://schemas.openxmlformats.org/drawingml/2006/main">
            <a:r>
              <a:t>FR-5.14 A/B自动执行与过程记录: 部分满足</a:t>
            </a:r>
          </a:p>
          <a:p xmlns:a="http://schemas.openxmlformats.org/drawingml/2006/main">
            <a:r>
              <a:t>自动创建派发两侧Run，版本可区分，复用Trace/逐条输出/耗时；部分派发失败有测试；本地真实贷款LLM原始Trace记录usage，JudgeRecord也可保留token计数。</a:t>
            </a:r>
          </a:p>
          <a:p xmlns:a="http://schemas.openxmlformats.org/drawingml/2006/main">
            <a:r>
              <a:t>尚无统一AB Token汇总与定价成本数据/比较；不能把局部原始Trace usage等同完整性能成本报告。行内真实上游未在本次审计执行。</a:t>
            </a:r>
          </a:p>
          <a:p xmlns:a="http://schemas.openxmlformats.org/drawingml/2006/main">
            <a:r>
              <a:t>/Users/baibo/915-HN-AgentGate/src/agentgate/application/ab_testing.py:145 创建派发两Run</a:t>
            </a:r>
          </a:p>
          <a:p xmlns:a="http://schemas.openxmlformats.org/drawingml/2006/main">
            <a:r>
              <a:t>/Users/baibo/915-HN-AgentGate/tested-agents/src/bank_agents/model.py:29 LLM Trace和usage采集</a:t>
            </a:r>
          </a:p>
          <a:p xmlns:a="http://schemas.openxmlformats.org/drawingml/2006/main">
            <a:r>
              <a:t>/Users/baibo/915-HN-AgentGate/src/agentgate/domain/result.py:64 Judge token计数</a:t>
            </a:r>
          </a:p>
          <a:p xmlns:a="http://schemas.openxmlformats.org/drawingml/2006/main">
            <a:r>
              <a:t>/Users/baibo/915-HN-AgentGate/src/agentgate/result/comparison.py:87 AB报告没有usage/cost字段</a:t>
            </a:r>
          </a:p>
          <a:p xmlns:a="http://schemas.openxmlformats.org/drawingml/2006/main">
            <a:r>
              <a:t>/Users/baibo/915-HN-AgentGate/tests/test_result_comparison_api.py:175 单侧派发失败测试</a:t>
            </a:r>
          </a:p>
          <a:p xmlns:a="http://schemas.openxmlformats.org/drawingml/2006/main">
            <a:r>
              <a:t>FR-5.15 A/B对比报告: 部分满足</a:t>
            </a:r>
          </a:p>
          <a:p xmlns:a="http://schemas.openxmlformats.org/drawingml/2006/main">
            <a:r>
              <a:t>真实API及当前页面展示综合分差、维度/指标分差、改善退化计数、用例×评估器结论变化；兼容性检查拒绝不同口径。单任务已有CSV样本导出和标签分析能力。</a:t>
            </a:r>
          </a:p>
          <a:p xmlns:a="http://schemas.openxmlformats.org/drawingml/2006/main">
            <a:r>
              <a:t>缺统计显著性/置信区间、AB标签差异、性能成本比较、输入/输出/Trace真正样本并排、AB badcase分类、AB报告导出。现有并排是任务摘要/结果状态；单任务CSV或任务列表CSV不等于AB报告。</a:t>
            </a:r>
          </a:p>
          <a:p xmlns:a="http://schemas.openxmlformats.org/drawingml/2006/main">
            <a:r>
              <a:t>/Users/baibo/915-HN-AgentGate/src/agentgate/result/comparison.py:87 完整AB契约仅gate/score/metric/case差值</a:t>
            </a:r>
          </a:p>
          <a:p xmlns:a="http://schemas.openxmlformats.org/drawingml/2006/main">
            <a:r>
              <a:t>/Users/baibo/915-HN-AgentGate/src/agentgate/domain/metric.py:12 指标维度不含tag</a:t>
            </a:r>
          </a:p>
          <a:p xmlns:a="http://schemas.openxmlformats.org/drawingml/2006/main">
            <a:r>
              <a:t>/Users/baibo/915-HN-AgentGate/frontend/src/views/evaluation/components/Comparisons.vue:337 页面明确不代表统计显著性</a:t>
            </a:r>
          </a:p>
          <a:p xmlns:a="http://schemas.openxmlformats.org/drawingml/2006/main">
            <a:r>
              <a:t>/Users/baibo/915-HN-AgentGate/frontend/src/views/evaluation/components/Comparisons.vue:389 样本表仅状态变化</a:t>
            </a:r>
          </a:p>
          <a:p xmlns:a="http://schemas.openxmlformats.org/drawingml/2006/main">
            <a:r>
              <a:t>/Users/baibo/915-HN-AgentGate/frontend/src/views/evaluation/components/TaskResults.vue:210 单任务样本CSV</a:t>
            </a:r>
          </a:p>
          <a:p xmlns:a="http://schemas.openxmlformats.org/drawingml/2006/main">
            <a:r>
              <a:t>/Users/baibo/915-HN-AgentGate/frontend/src/views/evaluation/components/TaskList.vue:118 任务摘要CSV</a:t>
            </a:r>
          </a:p>
          <a:p xmlns:a="http://schemas.openxmlformats.org/drawingml/2006/main">
            <a:r>
              <a:t>/Users/baibo/915-HN-AgentGate/src/agentgate/result/analytics.py:245 单Run标签分析已存在</a:t>
            </a:r>
          </a:p>
          <a:p xmlns:a="http://schemas.openxmlformats.org/drawingml/2006/main">
            <a:r>
              <a:t>FR-5.16 多维上线判定: 部分满足</a:t>
            </a:r>
          </a:p>
          <a:p xmlns:a="http://schemas.openxmlformats.org/drawingml/2006/main">
            <a:r>
              <a:t>Run级 fail-closed 门禁依据综合最低分、阻断失败、待复核、缺结果、评估错误输出pass/fail；当前报告能查看原因。</a:t>
            </a:r>
          </a:p>
          <a:p xmlns:a="http://schemas.openxmlformats.org/drawingml/2006/main">
            <a:r>
              <a:t>ReleaseGateSpec只支持minimum_score(默认0.95)，没有标签/核心场景、稳定性、性能、成本、badcase多条件组合；创建API和页面不提供用户门禁配置；AB契约是两侧单Run门禁，非候选上线综合决策。</a:t>
            </a:r>
          </a:p>
          <a:p xmlns:a="http://schemas.openxmlformats.org/drawingml/2006/main">
            <a:r>
              <a:t>/Users/baibo/915-HN-AgentGate/src/agentgate/domain/gate.py:13 只有minimum_score</a:t>
            </a:r>
          </a:p>
          <a:p xmlns:a="http://schemas.openxmlformats.org/drawingml/2006/main">
            <a:r>
              <a:t>/Users/baibo/915-HN-AgentGate/src/agentgate/domain/gate.py:38 固定fail-closed顺序</a:t>
            </a:r>
          </a:p>
          <a:p xmlns:a="http://schemas.openxmlformats.org/drawingml/2006/main">
            <a:r>
              <a:t>/Users/baibo/915-HN-AgentGate/src/agentgate/server/routes/comparisons.py:30 AB创建无门禁参数</a:t>
            </a:r>
          </a:p>
          <a:p xmlns:a="http://schemas.openxmlformats.org/drawingml/2006/main">
            <a:r>
              <a:t>/Users/baibo/915-HN-AgentGate/frontend/src/views/evaluation/components/RunConfiguration.vue:75 只读门禁JSON</a:t>
            </a:r>
          </a:p>
          <a:p xmlns:a="http://schemas.openxmlformats.org/drawingml/2006/main">
            <a:r>
              <a:t>/Users/baibo/915-HN-AgentGate/src/agentgate/result/comparison.py:94 仅基线和候选独立门禁</a:t>
            </a:r>
          </a:p>
          <a:p xmlns:a="http://schemas.openxmlformats.org/drawingml/2006/main">
            <a:r>
              <a:t>FR-5.17 实验可复现与一键复跑: 部分满足</a:t>
            </a:r>
          </a:p>
          <a:p xmlns:a="http://schemas.openxmlformats.org/drawingml/2006/main">
            <a:r>
              <a:t>数据集、评估器、目标引用、执行参数与hash快照固化；单Run精确manifest复跑有API/UI；LLM评估器保存模型与温度等参数。</a:t>
            </a:r>
          </a:p>
          <a:p xmlns:a="http://schemas.openxmlformats.org/drawingml/2006/main">
            <a:r>
              <a:t>没有AB整体一键复制两侧新Run并保持实验关联；行内TargetDescriptor只保存身份/版本/类型，无被测模型参数快照。贷款模型名与实现hash有记录但BANK_MODEL_THINKING等环境参数未入目录快照，执行Trace有实际请求也不等于复跑锁定。</a:t>
            </a:r>
          </a:p>
          <a:p xmlns:a="http://schemas.openxmlformats.org/drawingml/2006/main">
            <a:r>
              <a:t>/Users/baibo/915-HN-AgentGate/src/agentgate/domain/run.py:39 不可变Manifest</a:t>
            </a:r>
          </a:p>
          <a:p xmlns:a="http://schemas.openxmlformats.org/drawingml/2006/main">
            <a:r>
              <a:t>/Users/baibo/915-HN-AgentGate/src/agentgate/application/run_management.py:142 单Run复跑</a:t>
            </a:r>
          </a:p>
          <a:p xmlns:a="http://schemas.openxmlformats.org/drawingml/2006/main">
            <a:r>
              <a:t>/Users/baibo/915-HN-AgentGate/frontend/src/views/evaluation/components/RerunDialog.vue:21 单Run复跑UI</a:t>
            </a:r>
          </a:p>
          <a:p xmlns:a="http://schemas.openxmlformats.org/drawingml/2006/main">
            <a:r>
              <a:t>/Users/baibo/915-HN-AgentGate/src/agentgate/application/agent_platform_evaluation.py:50 行内描述只记身份类型</a:t>
            </a:r>
          </a:p>
          <a:p xmlns:a="http://schemas.openxmlformats.org/drawingml/2006/main">
            <a:r>
              <a:t>/Users/baibo/915-HN-AgentGate/src/agentgate/evaluator/judge/dimension_quality.py:81 Judge模型参数</a:t>
            </a:r>
          </a:p>
          <a:p xmlns:a="http://schemas.openxmlformats.org/drawingml/2006/main">
            <a:r>
              <a:t>/Users/baibo/915-HN-AgentGate/tested-agents/src/bank_agents/model.py:13 被测模型thinking运行环境参数</a:t>
            </a:r>
          </a:p>
          <a:p xmlns:a="http://schemas.openxmlformats.org/drawingml/2006/main">
            <a:r>
              <a:t>/Users/baibo/915-HN-AgentGate/tested-agents/src/bank_agents/app.py:85 目录快照未含thinking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FR-5.18 badcase聚类: 部分满足</a:t>
            </a:r>
          </a:p>
          <a:p xmlns:a="http://schemas.openxmlformats.org/drawingml/2006/main">
            <a:r>
              <a:t>后端按失败阶段、评估器、维度、指标、严重级别确定性聚类；每类最多3个代表结果，保留case/result/trace/span引用。当前A/B调优按评估器分组看失败样本。</a:t>
            </a:r>
          </a:p>
          <a:p xmlns:a="http://schemas.openxmlformats.org/drawingml/2006/main">
            <a:r>
              <a:t>聚类键没有场景标签；只接受Outcome.FAIL，执行异常ERROR未进入优化聚类；当前页面不是需求中的失败类型×场景标签分布/代表样本聚类工作台。</a:t>
            </a:r>
          </a:p>
          <a:p xmlns:a="http://schemas.openxmlformats.org/drawingml/2006/main">
            <a:r>
              <a:t>/Users/baibo/915-HN-AgentGate/src/agentgate/optimizer/clustering.py:21 聚类键不包含标签</a:t>
            </a:r>
          </a:p>
          <a:p xmlns:a="http://schemas.openxmlformats.org/drawingml/2006/main">
            <a:r>
              <a:t>/Users/baibo/915-HN-AgentGate/src/agentgate/optimizer/clustering.py:98 仅接受fail</a:t>
            </a:r>
          </a:p>
          <a:p xmlns:a="http://schemas.openxmlformats.org/drawingml/2006/main">
            <a:r>
              <a:t>/Users/baibo/915-HN-AgentGate/src/agentgate/optimizer/clustering.py:126 代表性样本引用</a:t>
            </a:r>
          </a:p>
          <a:p xmlns:a="http://schemas.openxmlformats.org/drawingml/2006/main">
            <a:r>
              <a:t>/Users/baibo/915-HN-AgentGate/src/agentgate/optimizer/pipeline.py:88 仅传入fail</a:t>
            </a:r>
          </a:p>
          <a:p xmlns:a="http://schemas.openxmlformats.org/drawingml/2006/main">
            <a:r>
              <a:t>/Users/baibo/915-HN-AgentGate/frontend/src/views/evaluation/components/ReportEvidenceAnalysis.vue:57 页面按评估器分组</a:t>
            </a:r>
          </a:p>
          <a:p xmlns:a="http://schemas.openxmlformats.org/drawingml/2006/main">
            <a:r>
              <a:t>FR-5.19 根因分析: 已满足</a:t>
            </a:r>
          </a:p>
          <a:p xmlns:a="http://schemas.openxmlformats.org/drawingml/2006/main">
            <a:r>
              <a:t>完成任务可使用配置的模型逐聚类分析；输入含用例、结果、Trace及可选Skill静态报告；返回根因假设和经校验的result/span证据引用，结果按证据指纹持久化缓存；A/B调优页可触发。</a:t>
            </a:r>
          </a:p>
          <a:p xmlns:a="http://schemas.openxmlformats.org/drawingml/2006/main">
            <a:r>
              <a:t>这是代码/API及本地确定性测试验证；真实行内模型/智能体根因质量尚待业务验收。单任务当前TaskResults缺调优入口，属于入口连通性缺口。</a:t>
            </a:r>
          </a:p>
          <a:p xmlns:a="http://schemas.openxmlformats.org/drawingml/2006/main">
            <a:r>
              <a:t>/Users/baibo/915-HN-AgentGate/src/agentgate/optimizer/root_cause.py:118 逐类LLM分析并校验引用</a:t>
            </a:r>
          </a:p>
          <a:p xmlns:a="http://schemas.openxmlformats.org/drawingml/2006/main">
            <a:r>
              <a:t>/Users/baibo/915-HN-AgentGate/src/agentgate/optimizer/root_cause_prompt.py:111 输入关联的用例、结果和Trace</a:t>
            </a:r>
          </a:p>
          <a:p xmlns:a="http://schemas.openxmlformats.org/drawingml/2006/main">
            <a:r>
              <a:t>/Users/baibo/915-HN-AgentGate/src/agentgate/application/optimization_analysis.py:115 证据指纹缓存与持久化</a:t>
            </a:r>
          </a:p>
          <a:p xmlns:a="http://schemas.openxmlformats.org/drawingml/2006/main">
            <a:r>
              <a:t>/Users/baibo/915-HN-AgentGate/frontend/src/views/evaluation/components/ReportEvidenceAnalysis.vue:158 调用真实optimization API</a:t>
            </a:r>
          </a:p>
          <a:p xmlns:a="http://schemas.openxmlformats.org/drawingml/2006/main">
            <a:r>
              <a:t>FR-5.20 优化建议输出: 部分满足</a:t>
            </a:r>
          </a:p>
          <a:p xmlns:a="http://schemas.openxmlformats.org/drawingml/2006/main">
            <a:r>
              <a:t>由根因/失败阶段生成结构化建议，覆盖Agent提示词、路由边界、Skill描述、检索、工具、状态管理，并按严重性/占比/证据确信度排序。</a:t>
            </a:r>
          </a:p>
          <a:p xmlns:a="http://schemas.openxmlformats.org/drawingml/2006/main">
            <a:r>
              <a:t>具体建议是固定英文模板，并非针对样本生成可直接编辑的提示词/修复方案；无独立测评集补充建议输出。当前页面只展示标题/建议/原因，未呈现后端优先级。Skill提示词、冲突、模糊地带覆盖也依赖可用静态定义。</a:t>
            </a:r>
          </a:p>
          <a:p xmlns:a="http://schemas.openxmlformats.org/drawingml/2006/main">
            <a:r>
              <a:t>/Users/baibo/915-HN-AgentGate/src/agentgate/optimizer/suggestions.py:71 建议目标选择</a:t>
            </a:r>
          </a:p>
          <a:p xmlns:a="http://schemas.openxmlformats.org/drawingml/2006/main">
            <a:r>
              <a:t>/Users/baibo/915-HN-AgentGate/src/agentgate/optimizer/suggestions.py:118 固定模板内容</a:t>
            </a:r>
          </a:p>
          <a:p xmlns:a="http://schemas.openxmlformats.org/drawingml/2006/main">
            <a:r>
              <a:t>/Users/baibo/915-HN-AgentGate/src/agentgate/optimizer/suggestions.py:215 确定性生成和排序</a:t>
            </a:r>
          </a:p>
          <a:p xmlns:a="http://schemas.openxmlformats.org/drawingml/2006/main">
            <a:r>
              <a:t>/Users/baibo/915-HN-AgentGate/frontend/src/views/evaluation/components/ReportEvidenceAnalysis.vue:266 页面只展示建议文本</a:t>
            </a:r>
          </a:p>
          <a:p xmlns:a="http://schemas.openxmlformats.org/drawingml/2006/main">
            <a:r>
              <a:t>FR-5.21 人机结合与闭环: 未满足</a:t>
            </a:r>
          </a:p>
          <a:p xmlns:a="http://schemas.openxmlformats.org/drawingml/2006/main">
            <a:r>
              <a:t>有独立人工标注/失败样本回写草稿、原配置重跑和A/B能力，可人工串联。</a:t>
            </a:r>
          </a:p>
          <a:p xmlns:a="http://schemas.openxmlformats.org/drawingml/2006/main">
            <a:r>
              <a:t>当前优化报告没有采纳/忽略/待确认API或有效UI，没有建议→优化资产版本→新回归→前后A/B的持久化关联及一键动作。旧Analysis.vue里引用的optimization/reviews路由在后端不存在，也未被当前入口使用；不能当完成证据。</a:t>
            </a:r>
          </a:p>
          <a:p xmlns:a="http://schemas.openxmlformats.org/drawingml/2006/main">
            <a:r>
              <a:t>/Users/baibo/915-HN-AgentGate/src/agentgate/server/routes/optimizer.py:36 优化路由仅GET分析</a:t>
            </a:r>
          </a:p>
          <a:p xmlns:a="http://schemas.openxmlformats.org/drawingml/2006/main">
            <a:r>
              <a:t>/Users/baibo/915-HN-AgentGate/frontend/src/views/evaluation/components/ReportEvidenceAnalysis.vue:252 展示建议和人工备注，无建议决策动作</a:t>
            </a:r>
          </a:p>
          <a:p xmlns:a="http://schemas.openxmlformats.org/drawingml/2006/main">
            <a:r>
              <a:t>/Users/baibo/915-HN-AgentGate/src/agentgate/server/routes/results.py:102 已存在样本回写，可复用</a:t>
            </a:r>
          </a:p>
          <a:p xmlns:a="http://schemas.openxmlformats.org/drawingml/2006/main">
            <a:r>
              <a:t>/Users/baibo/915-HN-AgentGate/frontend/src/views/evaluation/components/TaskResults.vue:410 已有原配置重跑</a:t>
            </a:r>
          </a:p>
          <a:p xmlns:a="http://schemas.openxmlformats.org/drawingml/2006/main">
            <a:r>
              <a:t>/Users/baibo/915-HN-AgentGate/frontend/src/views/evaluation/index.vue:33 当前使用UpstreamAnalysis而非旧Analysis</a:t>
            </a:r>
          </a:p>
          <a:p xmlns:a="http://schemas.openxmlformats.org/drawingml/2006/main">
            <a:r>
              <a:t>FR-5.22 测评集多版本: 已满足</a:t>
            </a:r>
          </a:p>
          <a:p xmlns:a="http://schemas.openxmlformats.org/drawingml/2006/main">
            <a:r>
              <a:t>草稿编辑、显式发布不可变版本、历史版本查看/复制/复用；任务选择精确已发布版本，运行manifest冻结完整用例内容和哈希。</a:t>
            </a:r>
          </a:p>
          <a:p xmlns:a="http://schemas.openxmlformats.org/drawingml/2006/main">
            <a:r>
              <a:t>版本语义为编辑草稿后发布生成版本，并非每次按保存立即生成新发布版本；建议验收时明确该口径。</a:t>
            </a:r>
          </a:p>
          <a:p xmlns:a="http://schemas.openxmlformats.org/drawingml/2006/main">
            <a:r>
              <a:t>/Users/baibo/915-HN-AgentGate/src/agentgate/dataset/versioning.py:124 发布不可变编号版本</a:t>
            </a:r>
          </a:p>
          <a:p xmlns:a="http://schemas.openxmlformats.org/drawingml/2006/main">
            <a:r>
              <a:t>/Users/baibo/915-HN-AgentGate/src/agentgate/domain/dataset.py:84 版本状态/指纹约束</a:t>
            </a:r>
          </a:p>
          <a:p xmlns:a="http://schemas.openxmlformats.org/drawingml/2006/main">
            <a:r>
              <a:t>/Users/baibo/915-HN-AgentGate/src/agentgate/server/routes/datasets.py:191 历史版本查询</a:t>
            </a:r>
          </a:p>
          <a:p xmlns:a="http://schemas.openxmlformats.org/drawingml/2006/main">
            <a:r>
              <a:t>/Users/baibo/915-HN-AgentGate/frontend/src/views/datasets/index.vue:594 发布流程</a:t>
            </a:r>
          </a:p>
          <a:p xmlns:a="http://schemas.openxmlformats.org/drawingml/2006/main">
            <a:r>
              <a:t>/Users/baibo/915-HN-AgentGate/frontend/src/views/datasets/index.vue:748 历史版本查看</a:t>
            </a:r>
          </a:p>
          <a:p xmlns:a="http://schemas.openxmlformats.org/drawingml/2006/main">
            <a:r>
              <a:t>/Users/baibo/915-HN-AgentGate/frontend/src/views/evaluation/components/EvaluationTaskForm.vue:1086 任务版本选择</a:t>
            </a:r>
          </a:p>
          <a:p xmlns:a="http://schemas.openxmlformats.org/drawingml/2006/main">
            <a:r>
              <a:t>FR-5.23 版本血缘与资产关联: 部分满足</a:t>
            </a:r>
          </a:p>
          <a:p xmlns:a="http://schemas.openxmlformats.org/drawingml/2006/main">
            <a:r>
              <a:t>后端从不可变run manifest和descriptor生成任务、数据集、用例、目标、Skill、评估器的图，支持资产反向查询；数据集页面显示相关任务列表。</a:t>
            </a:r>
          </a:p>
          <a:p xmlns:a="http://schemas.openxmlformats.org/drawingml/2006/main">
            <a:r>
              <a:t>当前TaskResults未挂载RunLineage；旧RunLineage也只是资产表。图模型无A/B实验节点，只有run。行内Skill版本定义缺真实接口时不能补造版本。当前智能体拓扑只是结构，不是版本血缘。</a:t>
            </a:r>
          </a:p>
          <a:p xmlns:a="http://schemas.openxmlformats.org/drawingml/2006/main">
            <a:r>
              <a:t>/Users/baibo/915-HN-AgentGate/src/agentgate/application/lineage_queries.py:39 节点枚举无实验节点</a:t>
            </a:r>
          </a:p>
          <a:p xmlns:a="http://schemas.openxmlformats.org/drawingml/2006/main">
            <a:r>
              <a:t>/Users/baibo/915-HN-AgentGate/src/agentgate/application/lineage_queries.py:333 从真实manifest和descriptor构图</a:t>
            </a:r>
          </a:p>
          <a:p xmlns:a="http://schemas.openxmlformats.org/drawingml/2006/main">
            <a:r>
              <a:t>/Users/baibo/915-HN-AgentGate/frontend/src/views/evaluation/index.vue:30 实际加载TaskResults</a:t>
            </a:r>
          </a:p>
          <a:p xmlns:a="http://schemas.openxmlformats.org/drawingml/2006/main">
            <a:r>
              <a:t>/Users/baibo/915-HN-AgentGate/frontend/src/views/evaluation/components/RunLineage.vue:47 旧组件仅资产表</a:t>
            </a:r>
          </a:p>
          <a:p xmlns:a="http://schemas.openxmlformats.org/drawingml/2006/main">
            <a:r>
              <a:t>/Users/baibo/915-HN-AgentGate/frontend/src/views/datasets/index.vue:783 相关任务列表仅最近200条筛选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原始需求：/Users/baibo/912-original requirement/智能体测评需求说明书.md</a:t>
            </a:r>
          </a:p>
          <a:p xmlns:a="http://schemas.openxmlformats.org/drawingml/2006/main">
            <a:r>
              <a:t>需求V1.0，2026-08-07。审计日期2026-10-09（上海时区），源码采集窗口约10:02–10:04。HEAD c2f2e90，feature/loan-ab-evolution，含动态未提交工作区。</a:t>
            </a:r>
          </a:p>
          <a:p xmlns:a="http://schemas.openxmlformats.org/drawingml/2006/main">
            <a:r>
              <a:t>全部审计原始记录：/tmp/agentgate-audit-execution.json、/tmp/agentgate-audit-ab.json、/tmp/agentgate-audit-analysis.json</a:t>
            </a:r>
          </a:p>
          <a:p xmlns:a="http://schemas.openxmlformats.org/drawingml/2006/main">
            <a:r>
              <a:t>{"focused_command":"AGENTGATE_LOG_PATH=/tmp/agentgate-audit-logs AGENTGATE_DB_PATH=/tmp/agentgate-audit-import.db .venv/bin/python -m pytest -q tests/test_run_engine.py tests/test_run_retry.py tests/test_run_scheduling.py tests/test_credential_management.py tests/test_credential_repository.py tests/test_agent_platform_evaluation.py tests/test_server_run_routes.py tests/test_trace_redaction.py tests/test_local_bank_adapter.py","result":"245 passed, 1 failed, 2 dependency deprecation warnings in 2.05s","run_completed_at":"2026-10-09T10:01:32+08:00","failed_test":"tests/test_local_bank_adapter.py::test_local_catalog_preserves_sources_versions_and_offline_entries","failure":"tests/test_local_bank_adapter.py:232 assert data['unavailable'] == []，实际含loan-base/loan-workflow/loan-cloudshrimp 3项offline。","interpretation":"审计期间catalogs.py正被并行改为先LocalBankClient.call('/agents')再传version调用local_bank_target；测试只mock旧二参local_bank_target（:226），未mock新增目录调用。该结果表明工作区/测试尚未同步，不据此断言真实服务不可用。未追随并行修改无限重跑。","initial_environment_issue":"最初测试收集因默认日志路径/Users/baibo/runtime/logs/agentgate超出沙箱失败；设置AGENTGATE_LOG_PATH=/tmp后恢复。不是产品行为失败。","synthetic_security_probe":{"environment":"临时SQLite+TestClient+RecordingDispatcher；无真实凭据、无真实用户数据、未触发模型调用","created_status":202,"synthetic_key_echoed_by_runs":true,"synthetic_key_in_database":true,"team_header_selects_data_without_authentication":true},"not_run":["全量回归","真实银行网关/BJS/Trace验收","真实模型调用","百并发千用例压测","浏览器端到端"]}</a:t>
            </a:r>
          </a:p>
          <a:p xmlns:a="http://schemas.openxmlformats.org/drawingml/2006/main">
            <a:r>
              <a:t>{"backend":{"result":"135 passed, 2 warnings in 4.22s","command":"AGENTGATE_LOG_PATH=/tmp/agentgate-audit-ab-logs AGENTGATE_DB=/tmp/agentgate-audit-ab.sqlite .venv/bin/python -m pytest tests/test_ab_testing.py tests/test_result_comparison_api.py tests/test_evaluator_api.py tests/test_evaluator_versioning.py tests/test_evaluator_version_submission.py tests/test_rule_evaluators.py tests/test_judge_evaluator.py tests/test_composite_evaluator.py tests/test_evaluation_task_management.py tests/test_manifest_immutability.py -q","notes":"首次收集遇默认日志目录写权限，改用/tmp日志和数据库后通过；没有申请提权。警告为Starlette/httpx与anyio弃用。"},"frontend":{"result":"5 passed (351ms)","command":"node node_modules/@playwright/test/cli.js test -c playwright.unit.config.ts evaluator-design-unit.spec.ts --output=/tmp/agentgate-audit-ab-unit","workdir":"/Users/baibo/915-HN-AgentGate/frontend","coverage":"草稿往返、参数保留、非法配置、十进制权重、未完成草稿；纯单元，不声称浏览器验收。"}}</a:t>
            </a:r>
          </a:p>
          <a:p xmlns:a="http://schemas.openxmlformats.org/drawingml/2006/main">
            <a:r>
              <a:t>{"result":"143 passed, 2 warnings in 1.45s","command":"AGENTGATE_LOG_PATH=/tmp/agentgate-audit-analysis-logs AGENTGATE_DB=/tmp/agentgate-audit-analysis.db .venv/bin/python -m pytest -q tests/test_result_analytics.py tests/test_lineage_queries.py tests/test_server_lineage_routes.py tests/test_optimizer_clustering.py tests/test_optimizer_pipeline.py tests/test_optimizer_root_cause.py tests/test_optimizer_suggestions.py tests/test_optimization_application.py tests/test_server_optimizer_routes.py tests/test_dataset_versioning.py tests/test_case_models.py tests/test_execution_path_evaluator.py tests/test_rule_routing.py tests/test_rule_policy.py tests/test_rule_state.py","limitations":"本地确定性/模拟模型测试，无真实行内服务或付费模型调用；首次运行日志默认路径越出沙箱导致收集错误，改用/tmp隔离后全部通过。"}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e73e011cf543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034bd281eb42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4dd521d4f471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39fdfe22b74c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28ecad82244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c0c39212d40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D225AA-DEF5-4C88-A38D-1DEF1530D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429ED9-1A80-4DAA-97F0-27F2B1C41B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DED936-7A8B-4788-8BE5-836E21BB44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4F7F28-C0EE-46DE-917C-3947015F06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E3341B-AD1D-431F-A6CD-1363D4654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77F0DB4-B0BC-47A1-9437-7D0FDADCF8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BA42B1-6A93-45A7-90C0-816DC6B5EA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7BE7302-7F05-45CB-8618-1DEE2A012D5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96684F-6E8E-4016-B104-5317B4F24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D74639-2A0F-48C5-912A-CFE6F44E9A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a7ddbaf3094421" /><Relationship Type="http://schemas.openxmlformats.org/officeDocument/2006/relationships/slideLayout" Target="/ppt/slideLayouts/slideLayout1.xml" Id="R816debb0b7bf403e" /><Relationship Type="http://schemas.openxmlformats.org/officeDocument/2006/relationships/slideLayout" Target="/ppt/slideLayouts/slideLayout2.xml" Id="R3adfe2be81d04c9c" /><Relationship Type="http://schemas.openxmlformats.org/officeDocument/2006/relationships/slideLayout" Target="/ppt/slideLayouts/slideLayout3.xml" Id="R42e7c10262684213" /><Relationship Type="http://schemas.openxmlformats.org/officeDocument/2006/relationships/slideLayout" Target="/ppt/slideLayouts/slideLayout4.xml" Id="R41dd2a4770554f3d" /><Relationship Type="http://schemas.openxmlformats.org/officeDocument/2006/relationships/slideLayout" Target="/ppt/slideLayouts/slideLayout5.xml" Id="R84d099e52af34a47" /><Relationship Type="http://schemas.openxmlformats.org/officeDocument/2006/relationships/slideLayout" Target="/ppt/slideLayouts/slideLayout6.xml" Id="R3d7e109ac02442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6debb0b7bf403e"/>
    <p:sldLayoutId xmlns:r="http://schemas.openxmlformats.org/officeDocument/2006/relationships" id="2147483650" r:id="R3adfe2be81d04c9c"/>
    <p:sldLayoutId xmlns:r="http://schemas.openxmlformats.org/officeDocument/2006/relationships" id="2147483651" r:id="R42e7c10262684213"/>
    <p:sldLayoutId xmlns:r="http://schemas.openxmlformats.org/officeDocument/2006/relationships" id="2147483652" r:id="R41dd2a4770554f3d"/>
    <p:sldLayoutId xmlns:r="http://schemas.openxmlformats.org/officeDocument/2006/relationships" id="2147483653" r:id="R84d099e52af34a47"/>
    <p:sldLayoutId xmlns:r="http://schemas.openxmlformats.org/officeDocument/2006/relationships" id="2147483654" r:id="R3d7e109ac02442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6422dbbc8a462b" /><Relationship Type="http://schemas.openxmlformats.org/officeDocument/2006/relationships/notesSlide" Target="/ppt/notesSlides/notesSlide1.xml" Id="Rf0b3f5c5bf7343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e641a4e8684416" /><Relationship Type="http://schemas.openxmlformats.org/officeDocument/2006/relationships/notesSlide" Target="/ppt/notesSlides/notesSlide2.xml" Id="R40f40506cb6946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6b758c03324980" /><Relationship Type="http://schemas.openxmlformats.org/officeDocument/2006/relationships/chart" Target="/ppt/slides/charts/chart1.xml" Id="Ref7c8922b91b407e" /><Relationship Type="http://schemas.openxmlformats.org/officeDocument/2006/relationships/notesSlide" Target="/ppt/notesSlides/notesSlide3.xml" Id="Rab06df26a1b343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6a85331324725" /><Relationship Type="http://schemas.openxmlformats.org/officeDocument/2006/relationships/image" Target="/ppt/media/image.jpeg" Id="R6f2e5fcb6d504a61" /><Relationship Type="http://schemas.openxmlformats.org/officeDocument/2006/relationships/notesSlide" Target="/ppt/notesSlides/notesSlide4.xml" Id="R3a523c1dc82845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430e4f39c74011" /><Relationship Type="http://schemas.openxmlformats.org/officeDocument/2006/relationships/notesSlide" Target="/ppt/notesSlides/notesSlide5.xml" Id="R5778cf8703f348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121854c61d4a45" /><Relationship Type="http://schemas.openxmlformats.org/officeDocument/2006/relationships/image" Target="/ppt/media/image2.jpeg" Id="Rde71affd260548e3" /><Relationship Type="http://schemas.openxmlformats.org/officeDocument/2006/relationships/notesSlide" Target="/ppt/notesSlides/notesSlide6.xml" Id="R7ae49108c89641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aa1832ec9345fa" /><Relationship Type="http://schemas.openxmlformats.org/officeDocument/2006/relationships/notesSlide" Target="/ppt/notesSlides/notesSlide7.xml" Id="Rd289b48a9bbb4b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bced1c84ea435c" /><Relationship Type="http://schemas.openxmlformats.org/officeDocument/2006/relationships/notesSlide" Target="/ppt/notesSlides/notesSlide8.xml" Id="Rc01ea59343a545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25fffcbb0149ed" /><Relationship Type="http://schemas.openxmlformats.org/officeDocument/2006/relationships/notesSlide" Target="/ppt/notesSlides/notesSlide9.xml" Id="Rc2e1df6bb67541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de6571c50a4663" /><Relationship Type="http://schemas.openxmlformats.org/officeDocument/2006/relationships/notesSlide" Target="/ppt/notesSlides/notesSlide10.xml" Id="R1db181609f9041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9dde387f9f4848" /><Relationship Type="http://schemas.openxmlformats.org/officeDocument/2006/relationships/image" Target="/ppt/media/image3.jpeg" Id="Rf25d594c58474b53" /><Relationship Type="http://schemas.openxmlformats.org/officeDocument/2006/relationships/notesSlide" Target="/ppt/notesSlides/notesSlide11.xml" Id="Rf3ef117700484b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d4371ab1504a12" /><Relationship Type="http://schemas.openxmlformats.org/officeDocument/2006/relationships/notesSlide" Target="/ppt/notesSlides/notesSlide12.xml" Id="R55898d3877d547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bc264ddb8d4fb8" /><Relationship Type="http://schemas.openxmlformats.org/officeDocument/2006/relationships/notesSlide" Target="/ppt/notesSlides/notesSlide13.xml" Id="R00a30b77791647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1ae7940184094" /><Relationship Type="http://schemas.openxmlformats.org/officeDocument/2006/relationships/notesSlide" Target="/ppt/notesSlides/notesSlide14.xml" Id="R36ba8b290db740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d88960713242a9" /><Relationship Type="http://schemas.openxmlformats.org/officeDocument/2006/relationships/notesSlide" Target="/ppt/notesSlides/notesSlide15.xml" Id="Rbec063c7bb3d40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62e72770d740f5" /><Relationship Type="http://schemas.openxmlformats.org/officeDocument/2006/relationships/notesSlide" Target="/ppt/notesSlides/notesSlide16.xml" Id="Rc5a2feafe50141d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2603430254f6a" /><Relationship Type="http://schemas.openxmlformats.org/officeDocument/2006/relationships/notesSlide" Target="/ppt/notesSlides/notesSlide17.xml" Id="R7da59684b4db45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19df598ced40fc" /><Relationship Type="http://schemas.openxmlformats.org/officeDocument/2006/relationships/notesSlide" Target="/ppt/notesSlides/notesSlide18.xml" Id="Rb767bcad5bc8412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81de6c3f74890" /><Relationship Type="http://schemas.openxmlformats.org/officeDocument/2006/relationships/notesSlide" Target="/ppt/notesSlides/notesSlide19.xml" Id="Red800d1c60fa431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3f584372664649" /><Relationship Type="http://schemas.openxmlformats.org/officeDocument/2006/relationships/notesSlide" Target="/ppt/notesSlides/notesSlide20.xml" Id="Ra3d08fa4001a475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84e9030a624f60" /><Relationship Type="http://schemas.openxmlformats.org/officeDocument/2006/relationships/notesSlide" Target="/ppt/notesSlides/notesSlide21.xml" Id="Rafa3b950884d45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9658a8ecd4a72" /><Relationship Type="http://schemas.openxmlformats.org/officeDocument/2006/relationships/notesSlide" Target="/ppt/notesSlides/notesSlide22.xml" Id="R4f590ef2d5024e8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已满足</c:v>
          </c:tx>
          <c:spPr>
            <a:solidFill xmlns:a="http://schemas.openxmlformats.org/drawingml/2006/main">
              <a:srgbClr val="087F71"/>
            </a:solidFill>
          </c:spPr>
          <c:cat>
            <c:strRef>
              <c:f>'Chart Data'!$A$2:$A$8</c:f>
              <c:strCache>
                <c:ptCount val="7"/>
                <c:pt idx="0">
                  <c:v>批量与参数</c:v>
                </c:pt>
                <c:pt idx="1">
                  <c:v>结果可视化</c:v>
                </c:pt>
                <c:pt idx="2">
                  <c:v>评估器</c:v>
                </c:pt>
                <c:pt idx="3">
                  <c:v>公共Key排队</c:v>
                </c:pt>
                <c:pt idx="4">
                  <c:v>A/B决策</c:v>
                </c:pt>
                <c:pt idx="5">
                  <c:v>调优闭环</c:v>
                </c:pt>
                <c:pt idx="6">
                  <c:v>数据集与血缘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ser>
          <c:idx val="1"/>
          <c:order val="1"/>
          <c:tx>
            <c:v>部分满足</c:v>
          </c:tx>
          <c:spPr>
            <a:solidFill xmlns:a="http://schemas.openxmlformats.org/drawingml/2006/main">
              <a:srgbClr val="A36614"/>
            </a:solidFill>
          </c:spPr>
          <c:cat>
            <c:strRef>
              <c:f>'Chart Data'!$C$2:$C$8</c:f>
              <c:strCache>
                <c:ptCount val="7"/>
                <c:pt idx="0">
                  <c:v>批量与参数</c:v>
                </c:pt>
                <c:pt idx="1">
                  <c:v>结果可视化</c:v>
                </c:pt>
                <c:pt idx="2">
                  <c:v>评估器</c:v>
                </c:pt>
                <c:pt idx="3">
                  <c:v>公共Key排队</c:v>
                </c:pt>
                <c:pt idx="4">
                  <c:v>A/B决策</c:v>
                </c:pt>
                <c:pt idx="5">
                  <c:v>调优闭环</c:v>
                </c:pt>
                <c:pt idx="6">
                  <c:v>数据集与血缘</c:v>
                </c:pt>
              </c:strCache>
            </c:strRef>
          </c:cat>
          <c:val>
            <c:numRef>
              <c:f>'Chart Data'!$D$2:$D$8</c:f>
              <c:numCache>
                <c:formatCode>General</c:formatCode>
                <c:ptCount val="7"/>
                <c:pt idx="0">
                  <c:v>5</c:v>
                </c:pt>
                <c:pt idx="1">
                  <c:v>1</c:v>
                </c:pt>
                <c:pt idx="2">
                  <c:v>3</c:v>
                </c:pt>
                <c:pt idx="3">
                  <c:v>1</c:v>
                </c:pt>
                <c:pt idx="4">
                  <c:v>5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ser>
          <c:idx val="2"/>
          <c:order val="2"/>
          <c:tx>
            <c:v>未满足</c:v>
          </c:tx>
          <c:spPr>
            <a:solidFill xmlns:a="http://schemas.openxmlformats.org/drawingml/2006/main">
              <a:srgbClr val="BD493F"/>
            </a:solidFill>
          </c:spPr>
          <c:cat>
            <c:strRef>
              <c:f>'Chart Data'!$E$2:$E$8</c:f>
              <c:strCache>
                <c:ptCount val="7"/>
                <c:pt idx="0">
                  <c:v>批量与参数</c:v>
                </c:pt>
                <c:pt idx="1">
                  <c:v>结果可视化</c:v>
                </c:pt>
                <c:pt idx="2">
                  <c:v>评估器</c:v>
                </c:pt>
                <c:pt idx="3">
                  <c:v>公共Key排队</c:v>
                </c:pt>
                <c:pt idx="4">
                  <c:v>A/B决策</c:v>
                </c:pt>
                <c:pt idx="5">
                  <c:v>调优闭环</c:v>
                </c:pt>
                <c:pt idx="6">
                  <c:v>数据集与血缘</c:v>
                </c:pt>
              </c:strCache>
            </c:strRef>
          </c:cat>
          <c:val>
            <c:numRef>
              <c:f>'Chart Data'!$F$2:$F$8</c:f>
              <c:numCache>
                <c:formatCode>General</c:formatCode>
                <c:ptCount val="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E1DF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44E82-CDB8-4261-8E24-5F46B1B0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9ACEC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9ACE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9ACEC8"/>
                </a:solidFill>
                <a:latin typeface="Arial Unicode MS"/>
                <a:ea typeface="Arial Unicode MS"/>
                <a:cs typeface="Arial Unicode MS"/>
              </a:rPr>
              <a:t>AgentGate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85581-BC64-4042-B1EE-1A177979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原始需求差异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与下一步决策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7AE41-7C2D-434E-9B7A-D5A2C396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C1D6D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C1D6D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C1D6D7"/>
                </a:solidFill>
                <a:latin typeface="Arial Unicode MS"/>
                <a:ea typeface="Arial Unicode MS"/>
                <a:cs typeface="Arial Unicode MS"/>
              </a:rPr>
              <a:t>基于需求说明书 V1.0 与当前工程的证据评审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AD009-620D-4DA4-8F60-38668037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A8C6C7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A8C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A8C6C7"/>
                </a:solidFill>
                <a:latin typeface="Arial Unicode MS"/>
                <a:ea typeface="Arial Unicode MS"/>
                <a:cs typeface="Arial Unicode MS"/>
              </a:rPr>
              <a:t>2026年10月9日</a:t>
            </a:r>
          </a:p>
          <a:p xmlns:a="http://schemas.openxmlformats.org/drawingml/2006/main">
            <a:pPr>
              <a:defRPr sz="1650" b="0">
                <a:solidFill>
                  <a:srgbClr val="A8C6C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A8C6C7"/>
                </a:solidFill>
                <a:latin typeface="Arial Unicode MS"/>
                <a:ea typeface="Arial Unicode MS"/>
                <a:cs typeface="Arial Unicode MS"/>
              </a:rPr>
              <a:t>feature/loan-ab-evolution · c2f2e90 + 未提交工作区</a:t>
            </a:r>
          </a:p>
        </p:txBody>
      </p:sp>
    </p:spTree>
    <p:extLst>
      <p:ext uri="{BB962C8B-B14F-4D97-AF65-F5344CB8AC3E}">
        <p14:creationId xmlns:p14="http://schemas.microsoft.com/office/powerpoint/2010/main" val="1382884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D4A9F-EB0C-44B9-B913-C9F39DDC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主测评链路已具备，整体验收仍有缺口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47802-76CD-4F97-A31D-049AB609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建议先解决生产边界与 A/B 决策证据，再补齐业务闭环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A1D69-58D9-461A-8338-A4854D8C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02   AgentGate 需求差异评审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6E400-7D0B-4852-B371-487CA5D1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83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59499-6A90-42C8-8C26-D58D53D8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6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可以继续使用已有测评底座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E76F7-E34F-4E02-BF62-10D8C9F2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三类对象共用执行与结果体系，版本资产、规则/LLM打分及 Trace 已有实现。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BD7F2-3F7A-426D-8235-C1211557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83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A36614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A36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A3661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C4D6A-0A15-445C-B39A-33452F99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718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当前 A/B 分差不足以支持完整上线决策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6911A-A728-440D-BD5A-B4DF031E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576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仍缺显著性、核心标签差异、统一成本、组合阈值与完整报告导出。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434DC-D233-4820-82F0-083AF96B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62475"/>
            <a:ext cx="83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BD49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BD49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BD493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A0E48-DCD9-467B-B791-E08DE540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815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生产验收先设明确门槛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7551F-0587-4180-9B2E-65BDB2BE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673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密钥与身份边界、故障续跑、真实行内联验和容量证据应优先补齐。</a:t>
            </a:r>
          </a:p>
        </p:txBody>
      </p:sp>
    </p:spTree>
    <p:extLst>
      <p:ext uri="{BB962C8B-B14F-4D97-AF65-F5344CB8AC3E}">
        <p14:creationId xmlns:p14="http://schemas.microsoft.com/office/powerpoint/2010/main" val="334271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C562C-2E79-406D-A795-CE61F20D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24 个功能条款的覆盖分布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7B52F-FCFB-45E5-B767-57458540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4 已满足   18 部分满足   2 未满足。计数不代表工时或完成百分比。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19FA2-C11D-4BE3-ABFB-410C6CC3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03   AgentGate 需求差异评审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BB4A9E8-D246-47B7-A9FC-CE8C9B4B503A}"/>
              </a:ext>
            </a:extLst>
          </p:cNvPr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10668000" cy="4076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7c8922b91b407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DFDF8-46F4-4CF9-AB13-8F4562E8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原文两个 FR-5.13 分别计数。非功能与接口补充要求在后续页面单列。</a:t>
            </a:r>
          </a:p>
        </p:txBody>
      </p:sp>
    </p:spTree>
    <p:extLst>
      <p:ext uri="{BB962C8B-B14F-4D97-AF65-F5344CB8AC3E}">
        <p14:creationId xmlns:p14="http://schemas.microsoft.com/office/powerpoint/2010/main" val="14624292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31245-C1BA-4522-A2E2-537D6753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已有能力：评分、样本筛选和失败解释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CF859-D190-489C-97B8-C7F5E71B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当前行外工作台截图；展示已有历史合成贷款任务，不代表本次重新跑测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EB019-C7F5-4A32-940F-8D89AAE2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04   AgentGate 需求差异评审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38C97-6A5C-43EF-AB71-630462A428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e5fcb6d504a61"/>
          <a:stretch xmlns:a="http://schemas.openxmlformats.org/drawingml/2006/main"/>
        </p:blipFill>
        <p:spPr>
          <a:xfrm xmlns:a="http://schemas.openxmlformats.org/drawingml/2006/main">
            <a:off x="606256" y="1657350"/>
            <a:ext cx="8055314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70F81-269F-4FD8-BBBE-67CFDD12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647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rPr>
              <a:t>值得保留的能力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2DEC6-78E3-4EB1-8A9E-FACDFD27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90775"/>
            <a:ext cx="2647950" cy="3295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统一任务与结果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评估器分数及原因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场景/分数筛选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失败项阻断判定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样本 CSV 导出</a:t>
            </a:r>
          </a:p>
        </p:txBody>
      </p:sp>
    </p:spTree>
    <p:extLst>
      <p:ext uri="{BB962C8B-B14F-4D97-AF65-F5344CB8AC3E}">
        <p14:creationId xmlns:p14="http://schemas.microsoft.com/office/powerpoint/2010/main" val="4244143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78D02-118A-4F8A-93A4-13387A4A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云虾继承模式尚未形成产品流程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66898C-909E-4332-99C9-16745451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FR-5.2 未满足；新建测评集已有基础，但数据字段仍有执行限制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A9E59-D244-46BE-B636-CD06C26A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05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139FD-C38B-47D6-B3FD-175AFDD91336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3990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143250"/>
                <a:gridCol w="5705475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当前工程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差异与建议验收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88344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多选 Skill 小测评集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有普通创建、导入和复制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补合并、内容去重、保留多个 Skill 来源与版本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344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总控专属测评集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问题、预期、标签、多轮可用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补总控澄清、异常输入、上下文专项验收集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88344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变量与文件引用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结构化输入可存；非空 files 被拒绝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补动态替换与文件授权/透传的完整执行路径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344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字段口径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预期答案可为空，含难度标签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确认主观评估是否必填；明确优先级字段用途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CA0A9-1BB0-4F4A-B471-5B666F1F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rPr>
              <a:t>最小验收例：两个 Skill 集有重复问题，合并后只跑一次，并保留两个来源版本。</a:t>
            </a:r>
          </a:p>
        </p:txBody>
      </p:sp>
    </p:spTree>
    <p:extLst>
      <p:ext uri="{BB962C8B-B14F-4D97-AF65-F5344CB8AC3E}">
        <p14:creationId xmlns:p14="http://schemas.microsoft.com/office/powerpoint/2010/main" val="15224445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63F9ED-10C8-4D74-94D5-7887E72D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执行参数可见，实际生效范围仍受限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8C1D8-BB12-4271-BCF8-B3DC2086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FR-5.6 部分满足。采样率未实现；行内及本地贷款当前限制并发与重试。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2B858-1038-46EA-86A4-91621914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06   AgentGate 需求差异评审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EB50D-1189-42F9-80D5-0518433183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1affd260548e3"/>
          <a:stretch xmlns:a="http://schemas.openxmlformats.org/drawingml/2006/main"/>
        </p:blipFill>
        <p:spPr>
          <a:xfrm xmlns:a="http://schemas.openxmlformats.org/drawingml/2006/main">
            <a:off x="514350" y="1745456"/>
            <a:ext cx="8001000" cy="450056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FB085-D1AC-4655-9713-8881226B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71650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rPr>
              <a:t>页面已有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3228A-37AC-4B0E-A003-153011A2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38375"/>
            <a:ext cx="28098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并发、超时、重试</a:t>
            </a:r>
          </a:p>
          <a:p xmlns:a="http://schemas.openxmlformats.org/drawingml/2006/main">
            <a:pPr>
              <a:def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立即与预约执行</a:t>
            </a:r>
          </a:p>
          <a:p xmlns:a="http://schemas.openxmlformats.org/drawingml/2006/main">
            <a:pPr>
              <a:def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稳定性重复次数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632C2-4C25-4811-9373-7561C89D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86175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36614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A36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36614"/>
                </a:solidFill>
                <a:latin typeface="Arial Unicode MS"/>
                <a:ea typeface="Arial Unicode MS"/>
                <a:cs typeface="Arial Unicode MS"/>
              </a:rPr>
              <a:t>执行差异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1F4DB-A808-4876-A947-44E3CF48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81475"/>
            <a:ext cx="2809875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缺采样率与随机种子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部分路径固定并发 1、重试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参数需要逐适配器验收</a:t>
            </a:r>
          </a:p>
        </p:txBody>
      </p:sp>
    </p:spTree>
    <p:extLst>
      <p:ext uri="{BB962C8B-B14F-4D97-AF65-F5344CB8AC3E}">
        <p14:creationId xmlns:p14="http://schemas.microsoft.com/office/powerpoint/2010/main" val="1081718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995B3-4280-4C94-8137-6DC4E7D9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公共 Key 调度尚未形成完整闭环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266BF-2673-4D7C-BBAC-58707ACA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FR-5.7 / Q13（公共Key排队）。普通预约提交、查询与取消已有实现。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C0541-F497-410F-B97F-0344BB31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07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D5570-5665-4444-8576-7A90EA1FDFBB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4029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067175"/>
                <a:gridCol w="5019675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已具备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仍需补齐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892969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凭据保管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shared/private 元数据与 AES-GCM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任务选择公共/私有模型 Key，并实际用于调用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2969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入队规则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 api_key 字符串限流与等待状态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公共资源队列与私有 Key 分流，避免共用空值桶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892969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排队反馈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后端提供团队内 PENDING 排位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全局资源排位、WAITING 排位、开始/完成 ETA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2969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多调度实例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预约到期调度与顺序释放测试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原子资源限额、竞争测试与全局 FIFO 验证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6B52F-8F87-4B6F-A619-F7E9E344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用户价值：多人共用公共资源时能够判断何时开跑，同时不阻塞私有资源任务。</a:t>
            </a:r>
          </a:p>
        </p:txBody>
      </p:sp>
    </p:spTree>
    <p:extLst>
      <p:ext uri="{BB962C8B-B14F-4D97-AF65-F5344CB8AC3E}">
        <p14:creationId xmlns:p14="http://schemas.microsoft.com/office/powerpoint/2010/main" val="1740075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C836F-F947-4EFA-AC6A-8CC62960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A/B 已能跑两侧，报告仍缺上线依据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F4C56-1DFE-485F-93D3-A727BA26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FR-5.13-AB 至 FR-5.16 均部分满足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A867F-21D9-4DB7-9A8C-3064623B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08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3BF29-AD8F-4E7B-91E9-1229CA0FEEC4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4314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66975"/>
                <a:gridCol w="3848100"/>
                <a:gridCol w="4772025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决策问题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已有证据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缺失能力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7715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新版本是否更好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综合/维度分差，改善退化计数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显著性与置信区间、通过/失败率完整比较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关键场景有无退化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单任务标签分析可复用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A/B 标签维度对比、重大 badcase 分类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7715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代价是否可接受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局部 Trace usage 和耗时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 Token、定价成本、p95 比较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为什么变好或变差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用例×评估器结果变化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同一样本双输出/Trace并排、完整报告导出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7715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是否允许上线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 Run 最低分与阻断失败判定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可配置多条件门禁与逐项未通过原因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0043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3AB35-100A-45FB-8C3F-2AE2EB26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版本资产已固化，主入口与复跑仍有断点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A74CB-C4C8-46E4-9228-F972E609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FR-5.10 / FR-5.12 / FR-5.17 部分满足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0BB40-279D-43F8-850F-D3B601D6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09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466B1-851D-41EC-A46F-F62E3966741D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4124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4114800"/>
                <a:gridCol w="4629150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能力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底座现状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用户路径缺口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91678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复合评估器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后端支持固定子版本与加权聚合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当前管理和任务选择主要开放规则/LLM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1678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历史评估器版本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历史查询与版本/hash快照已具备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统一任务表单取最新版本，缺历史版本选择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91678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实验复跑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 Run 按 manifest 复跑已具备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 A/B 整体复跑与原实验关联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16781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模型参数固化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Judge 参数保留，目标有版本引用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被测模型完整环境参数未纳入可复跑快照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82C61-4845-4973-A336-8D6E1F91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rPr>
              <a:t>优先复用现有资产与快照能力，接通当前页面入口，减少重复建设。</a:t>
            </a:r>
          </a:p>
        </p:txBody>
      </p:sp>
    </p:spTree>
    <p:extLst>
      <p:ext uri="{BB962C8B-B14F-4D97-AF65-F5344CB8AC3E}">
        <p14:creationId xmlns:p14="http://schemas.microsoft.com/office/powerpoint/2010/main" val="383994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59B47-CB3C-4C2A-B196-D3D576A4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调优器的主要缺口在建议采纳与回归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6FD1C-DC0D-4CA8-8829-9FBD837F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FR-5.19 根因分析已有实现；FR-5.21 人机闭环未满足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4990E-37BA-44B5-8342-84C4C0E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10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2F3A2-76C0-4162-BF53-CE40B58CEF7A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62150"/>
                <a:gridCol w="1685925"/>
                <a:gridCol w="7439025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覆盖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76581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失败聚类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按失败阶段/评估器聚类，缺场景标签维度及 ERROR 归类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根因假设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087F7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已满足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已有模型分析、证据引用与缓存；真实业务质量仍需评审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76581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可执行建议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主要是固定模板；缺具体改动、测评集补充及页面优先级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人工处置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BD49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未满足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无采纳/忽略/待确认的持久化状态与资产版本关联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76581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优化后验证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BD49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无从建议一键创建回归与优化前后 A/B 的闭环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4942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F4CB9-507C-406C-90E0-850C6F0D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Trace 已可追踪，版本血缘图仍需接通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8CD0E-A66B-41C6-AD85-C67F4AF1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FR-5.8 / FR-5.23 部分满足。执行拓扑和资产版本关系是不同的验收对象。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E20C9-3993-4A57-9A86-81726506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11   AgentGate 需求差异评审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B5F63-773A-467F-B6FB-0EB49A93F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d594c58474b53"/>
          <a:stretch xmlns:a="http://schemas.openxmlformats.org/drawingml/2006/main"/>
        </p:blipFill>
        <p:spPr>
          <a:xfrm xmlns:a="http://schemas.openxmlformats.org/drawingml/2006/main">
            <a:off x="527420" y="1685925"/>
            <a:ext cx="8089160" cy="4552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5ED5E-734C-4890-8250-80440A5B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81175"/>
            <a:ext cx="2705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87F71"/>
                </a:solidFill>
                <a:latin typeface="Arial Unicode MS"/>
                <a:ea typeface="Arial Unicode MS"/>
                <a:cs typeface="Arial Unicode MS"/>
              </a:rPr>
              <a:t>已有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62AAA-CB78-45FD-ACB2-F0498E61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38375"/>
            <a:ext cx="2705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节点级 Trace 与 JSON</a:t>
            </a:r>
          </a:p>
          <a:p xmlns:a="http://schemas.openxmlformats.org/drawingml/2006/main">
            <a:pPr>
              <a:def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目标结构拓扑</a:t>
            </a:r>
          </a:p>
          <a:p xmlns:a="http://schemas.openxmlformats.org/drawingml/2006/main">
            <a:pPr>
              <a:def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后端资产血缘查询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6EA80-ADEE-4F31-B87F-D076E155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2705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A36614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A3661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A36614"/>
                </a:solidFill>
                <a:latin typeface="Arial Unicode MS"/>
                <a:ea typeface="Arial Unicode MS"/>
                <a:cs typeface="Arial Unicode MS"/>
              </a:rPr>
              <a:t>待补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E0EA1-C602-41FD-AD3E-B3879BC1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62425"/>
            <a:ext cx="27051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当前任务页的版本关系图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A/B 实验节点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得分、失败与标签分布</a:t>
            </a:r>
          </a:p>
          <a:p xmlns:a="http://schemas.openxmlformats.org/drawingml/2006/main">
            <a:pPr>
              <a:def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及指标下钻</a:t>
            </a:r>
          </a:p>
        </p:txBody>
      </p:sp>
    </p:spTree>
    <p:extLst>
      <p:ext uri="{BB962C8B-B14F-4D97-AF65-F5344CB8AC3E}">
        <p14:creationId xmlns:p14="http://schemas.microsoft.com/office/powerpoint/2010/main" val="10339568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96714-3F04-4E2F-88E7-4F4EC833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真实凭证和多人部署前，安全边界需收口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BCF73-0C11-45CC-ADE3-CCB2E826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P0 建议。已用自建合成数据核验；未发现或声称真实密钥泄露。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CE06B-C48F-4B3E-BE74-49868F76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12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0DD55-8808-474F-AA13-4CB637DBA245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1200"/>
                <a:gridCol w="4343400"/>
                <a:gridCol w="4762500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当前事实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生产验收条件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11620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密钥输入与返回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专用库已加密，但通用 api_key 可原文入库并回显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任务只保存凭据引用与类型；所有读接口均不返回密钥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620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身份与团队隔离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仓储有团队过滤，API 信任请求中的身份头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可信网关剥离/重签身份头，封闭直连并验证跨租户拒绝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11620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私有 Key 所有权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凭据元数据缺 owner/team，管理路由缺对应授权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按用户/团队限制查看、使用和管理，记录审计事件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33DE8-FAC6-49C9-B220-0B5E4104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1502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D49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D49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BD493F"/>
                </a:solidFill>
                <a:latin typeface="Arial Unicode MS"/>
                <a:ea typeface="Arial Unicode MS"/>
                <a:cs typeface="Arial Unicode MS"/>
              </a:rPr>
              <a:t>决策含义：安全验收通过前，不应把本地联调能力直接等同于多人生产可用。</a:t>
            </a:r>
          </a:p>
        </p:txBody>
      </p:sp>
    </p:spTree>
    <p:extLst>
      <p:ext uri="{BB962C8B-B14F-4D97-AF65-F5344CB8AC3E}">
        <p14:creationId xmlns:p14="http://schemas.microsoft.com/office/powerpoint/2010/main" val="19435832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4F06B-8AD3-4DF6-9A67-64E7BBA3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非功能要求尚缺完整验收证据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549EF-662B-4EEA-A500-5F877763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性能、稳定性、安全和可追溯需独立验收，不计入 24 条功能计数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4E2B9-95C5-425D-8411-91CACE0E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13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730DC-90D5-45C6-B588-31674DA6E552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4067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675"/>
                <a:gridCol w="3895725"/>
                <a:gridCol w="4838700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要求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当前证据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验收缺口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90249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百并发、千用例、p95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有执行并发配置与导入容量限制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接口/适配器限额仍低；缺百并发千用例压测与约定 SLA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0249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中断恢复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有自动重试与逐条结果持久化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异常任务转失败；新 Run 复跑不等于从断点恢复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90249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行内/行外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前端目录、Token 和关联入口按模式分流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真实网关/BJS/Trace 联验；服务端模式与部署约束核验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0249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专项与审计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已有路由/工具/路径规则、人工标注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节点传值、分支循环专项；建议处置与恢复尝试审计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D7F25-1966-4259-AEEE-62BD4B3E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建议故障验收：100 条用例跑到第 40 条强制中断，恢复后只执行剩余项且无重复结果。</a:t>
            </a:r>
          </a:p>
        </p:txBody>
      </p:sp>
    </p:spTree>
    <p:extLst>
      <p:ext uri="{BB962C8B-B14F-4D97-AF65-F5344CB8AC3E}">
        <p14:creationId xmlns:p14="http://schemas.microsoft.com/office/powerpoint/2010/main" val="16913693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DC829-9766-420C-86A7-31AEEC2B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下一步按验收依赖安排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2DE51-D254-40FA-B312-9C819348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以下为建议优先级与责任角色，尚不是已批准排期或工期承诺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B283A-E88A-45EA-81CB-F3B4BE4E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14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DFFF3-85EB-4130-8B6C-E1DB4E6E3599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4162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4029075"/>
                <a:gridCol w="2095500"/>
                <a:gridCol w="3486150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动作包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建议牵头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完成条件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926306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P0 生产前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密钥/身份收口，断点恢复，行内与容量验收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后端＋平台＋QA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真实凭证、跨租户、故障与容量证据通过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6306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P1 决策能力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A/B报告、组合门禁、版本选择与实验复跑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产品＋前后端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同一实验足以说明能否上线及失败原因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926306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P1 业务闭环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继承合并、调优处置、资产血缘与分布图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产品＋前后端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建议可追至新版本、回归与前后对比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6306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范围确认后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3+版本、附件/变量、工作流专项断言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产品＋平台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明确本期边界并通过对应业务样本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79840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33831-D082-4284-BD12-CEB4A3C9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需要业务负责人决定的四件事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D29CC-FCF5-4B14-B233-A0428A90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建议采用“分阶段验收”，每阶段保留明确未满足清单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0FA1D-79FD-42B3-A7EF-A1FF6D74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15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E25A3-3656-40EC-BFD6-5405242F216A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675"/>
                <a:gridCol w="4276725"/>
                <a:gridCol w="4457700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决策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决定影响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8953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本期目标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先支持可追溯的双版本发布评审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承诺完整需求则还需多版本、继承、附件和闭环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异常计分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ERROR/不适用保留空分并单独计数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需修订“每条均有数值分数”的绝对表述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8953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容量与恢复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定义并发单位、p95阈值和续跑幂等语义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避免把导入容量或小样本 smoke 当性能通过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资源与身份归属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明确公共模型 Key、私有 Key 和平台 Token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决定队列资源划分、凭据授权及网关责任边界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751B3-BF35-4E33-881C-445C11B0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D493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D493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BD493F"/>
                </a:solidFill>
                <a:latin typeface="Arial Unicode MS"/>
                <a:ea typeface="Arial Unicode MS"/>
                <a:cs typeface="Arial Unicode MS"/>
              </a:rPr>
              <a:t>若暂缓原文条款，应形成需求变更记录，不直接把“本期不做”改标为已满足。</a:t>
            </a:r>
          </a:p>
        </p:txBody>
      </p:sp>
    </p:spTree>
    <p:extLst>
      <p:ext uri="{BB962C8B-B14F-4D97-AF65-F5344CB8AC3E}">
        <p14:creationId xmlns:p14="http://schemas.microsoft.com/office/powerpoint/2010/main" val="15611498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0594D-DA51-489C-8567-C3EAAF91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建议的验收样本与证据清单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8DDF5-9DB3-4CBD-A241-81CECF97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每个动作都应产生可复查的任务、版本、结果或拒绝记录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A53D1-54E1-4EA4-8B63-1F2571F3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16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79216-20CC-4FDA-BFD5-B35C894E6687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14575"/>
                <a:gridCol w="8772525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验收包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最小可复查证据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75628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对象与模式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三对象 × 行内/行外；历史版本目录、实际执行版本、Trace 与结果一致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资源与恢复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两团队公私Key混合提交；双调度实例竞争；第40条故障恢复不重跑已完成项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75628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A/B发布评审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固定测评集/评估器版本；核心标签、统计方法、成本和逐项门禁；导出可复核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优化闭环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失败样本、建议采纳记录、关联的新版本、回归任务、前后A/B相互可追溯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75628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规模与安全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约定负载下的p95/吞吐；跨团队拒绝；数据库/接口/日志无密钥原文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9107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0B7F4-CEDC-418E-86B6-C0D8218A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原文与工程文档有几处需统一的口径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600B5-54EE-4FBA-82F7-1406E27E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这些差异会影响验收计数与范围，应与代码缺口区分处理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02876-C0CA-40B3-BD40-5A98E030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17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DC743-E54B-47A6-B689-4970D5E6DF7F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219575"/>
                <a:gridCol w="4772025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口径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建议处理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8905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需求编号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两个 FR-5.13、两个 5.3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报告以 Q13 / AB13 区分；修订文档唯一编号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05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预期答案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术语说明写可选，§7.1 写主观评估必填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按评估类型明确校验规则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8905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异常量化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原文所有结果必须有分；工程异常/不适用空分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批准例外并定义聚合与门禁规则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0588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版本与实现基线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工程采用草稿发布；旧计划与当前入口不一致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明确发布即版本；以 frontend 和可达路由更新文档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3302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25C20-C787-4C3C-AF52-50AA4172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附录 1：逐项需求对照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958DF-52F6-4BF0-A3DA-1109B147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已满足为核心实现覆盖；部分满足包括功能缺口、入口缺口或尚缺验收证据。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CE241-51BE-4A57-8B68-91A46BE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18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B542B-8A5A-4BD1-8D1D-171BB1E2E420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14475"/>
                <a:gridCol w="1476375"/>
                <a:gridCol w="3667125"/>
                <a:gridCol w="4429125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条款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当前能力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剩余差异/动作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三对象执行链已有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云虾双来源流程与真实行内验收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FR-5.2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BD49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未满足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普通测评集可创建/导入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缺多Skill集继承、去重与来源版本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独立测评集和多轮已具备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变量动态替换与文件引用未端到端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FR-5.4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单体/工作流可选版本执行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真实行内未验收；贷款版本变更在开发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087F7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共用任务、引擎、结果模型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保留三对象同格式回归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FR-5.6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并发/超时/重试已有底座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缺采样；部分路径并发1/重试0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6968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1DDD5-0AAF-492D-83B1-A4F0FDD7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附录 2：逐项需求对照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B433C-B177-4B69-A84A-5B1AD5DD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已满足为核心实现覆盖；部分满足包括功能缺口、入口缺口或尚缺验收证据。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40828-1D77-4167-8E18-1DE44098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19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D36FF-DFB2-4D13-8200-7EEA7F6929ED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14475"/>
                <a:gridCol w="1476375"/>
                <a:gridCol w="3667125"/>
                <a:gridCol w="4429125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条款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当前能力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剩余差异/动作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专用凭据库加密已实现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缺公私Key切换/分流，通用字段需收口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FR-5.8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分数/筛选/Trace及后端统计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缺当前入口的分布图与完整版本图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087F7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独立目录、创建发布与复用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保持资产复用及历史记录回归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FR-5.10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三类评估后端具备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当前页面复合创建/选择未接通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适用结果有分有原因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异常/不适用空分，需确认原文例外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FR-5.12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发布版本与hash已固化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统一表单缺历史评估器版本选择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4377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597E4-81D0-48E0-993B-7ADFF627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附录 3：逐项需求对照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F809A-5519-4F60-B255-C4F8BD55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已满足为核心实现覆盖；部分满足包括功能缺口、入口缺口或尚缺验收证据。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0218E4-5AA7-40DD-A973-BAE611DD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20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34EB4-53E3-4009-825A-03287E2CCE44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14475"/>
                <a:gridCol w="1476375"/>
                <a:gridCol w="3667125"/>
                <a:gridCol w="4429125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条款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当前能力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剩余差异/动作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Q13 排队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预约、等待与限流基础具备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缺资源分流、全局排位和ETA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AB13 创建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双版本与控制变量校验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缺3+版本；入口执行参数不一致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双侧自动执行与结果区分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缺统一Token及定价成本采集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FR-5.15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分差、维度差、样本结论变化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缺显著性、标签、成本、并排与导出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最低分及阻断失败门禁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缺可配置的多维组合上线判定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FR-5.17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单Run快照复跑已有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缺整体AB复跑与目标模型完整快照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3134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CCA9C-AD2E-42F9-89F0-9726F0F0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附录 4：逐项需求对照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44CF7-C8B9-4E4D-8FEF-333DB811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已满足为核心实现覆盖；部分满足包括功能缺口、入口缺口或尚缺验收证据。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D27B6-9B98-44E5-8C70-BD7E652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21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D776A-E949-4929-A118-BE8E48F71D60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14475"/>
                <a:gridCol w="1476375"/>
                <a:gridCol w="3667125"/>
                <a:gridCol w="4429125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条款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当前能力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剩余差异/动作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按失败阶段/评估器聚类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缺标签聚类及ERROR失败分类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FR-5.19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087F7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已满足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模型根因及证据引用已具备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补单任务入口；业务质量待验收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结构化模板建议与排序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缺具体改动、数据补充和页面优先级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FR-5.21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BD493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未满足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独立标注/回写/复跑可人工组合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缺建议状态、优化版本与回归闭环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087F7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已满足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发布不可变版本、历史复用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按草稿发布语义计满足，需统一口径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FR-5.23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A36614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部分满足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后端版本血缘与反向查询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缺当前页面图谱及A/B实验节点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82168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73AB1-E6E8-4F0B-A715-2DF4A65E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225" b="1">
                <a:solidFill>
                  <a:srgbClr val="132D3A"/>
                </a:solidFill>
                <a:latin typeface="Arial Unicode MS"/>
                <a:ea typeface="Arial Unicode MS"/>
                <a:cs typeface="Arial Unicode MS"/>
              </a:rPr>
              <a:t>评审证据与适用边界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A6F21-5DF1-4A82-89E6-C56F9E6A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87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代码、聚焦测试与行外页面只读检查相互印证；没有执行生产验收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D33C3-211F-44F9-BDE2-940BCD2C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6873"/>
                </a:solidFill>
                <a:latin typeface="Arial Unicode MS"/>
                <a:ea typeface="Arial Unicode MS"/>
                <a:cs typeface="Arial Unicode MS"/>
              </a:rPr>
              <a:t>22   AgentGate 需求差异评审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267FA-4C7D-48EF-B957-018930E6CFEA}"/>
              </a:ext>
            </a:extLst>
          </p:cNvPr>
          <p:cNvGraphicFramePr/>
          <p:nvPr/>
        </p:nvGraphicFramePr>
        <p:xfrm>
          <a:off xmlns:a="http://schemas.openxmlformats.org/drawingml/2006/main" x="552450" y="1762125"/>
          <a:ext xmlns:a="http://schemas.openxmlformats.org/drawingml/2006/main" cx="110871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14575"/>
                <a:gridCol w="4086225"/>
                <a:gridCol w="4686300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证据层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本次结果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限制</a:t>
                      </a:r>
                    </a:p>
                  </a:txBody>
                  <a:tcPr marL="91440" marR="91440" marT="45720" marB="45720" anchor="ctr">
                    <a:solidFill>
                      <a:srgbClr val="132D3A"/>
                    </a:solidFill>
                  </a:tcPr>
                </a:tc>
              </a:tr>
              <a:tr h="756285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需求与源码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24个FR条款，另核接口/专项/非功能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HEAD c2f2e90 + dirty；采集窗口10:02–10:04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执行与资源测试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245 passed / 1 failed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目录变更与旧fixture不同步；不能据此断言服务离线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756285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评估器与A/B测试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后端135 passed，前端纯单元5 passed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无真实模型与行内端到端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6285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分析与版本测试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143 passed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模型调用使用模拟；不证明根因业务质量</a:t>
                      </a:r>
                    </a:p>
                  </a:txBody>
                  <a:tcPr marL="91440" marR="91440" marT="45720" marB="45720" anchor="ctr">
                    <a:solidFill>
                      <a:srgbClr val="EDF3F1"/>
                    </a:solidFill>
                  </a:tcPr>
                </a:tc>
              </a:tr>
              <a:tr h="756285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页面与环境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读取现有结果/参数/Trace并截图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132D3A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未新建跑测；未做全量回归、负载或生产网关联验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491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2026-10-09T02:11:46.0630000Z</dcterms:created>
  <dcterms:modified xsi:type="dcterms:W3CDTF">2026-10-09T02:11:46.0630000Z</dcterms:modified>
</coreProperties>
</file>